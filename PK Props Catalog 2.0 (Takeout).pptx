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5143500" cx="9144000"/>
  <p:notesSz cx="6858000" cy="9144000"/>
  <p:embeddedFontLst>
    <p:embeddedFont>
      <p:font typeface="Barlow Semi Condensed"/>
      <p:regular r:id="rId31"/>
      <p:bold r:id="rId32"/>
      <p:italic r:id="rId33"/>
      <p:boldItalic r:id="rId34"/>
    </p:embeddedFont>
    <p:embeddedFont>
      <p:font typeface="PT Sans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BarlowSemiCondensed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BarlowSemiCondensed-italic.fntdata"/><Relationship Id="rId10" Type="http://schemas.openxmlformats.org/officeDocument/2006/relationships/slide" Target="slides/slide5.xml"/><Relationship Id="rId32" Type="http://schemas.openxmlformats.org/officeDocument/2006/relationships/font" Target="fonts/BarlowSemiCondensed-bold.fntdata"/><Relationship Id="rId13" Type="http://schemas.openxmlformats.org/officeDocument/2006/relationships/slide" Target="slides/slide8.xml"/><Relationship Id="rId35" Type="http://schemas.openxmlformats.org/officeDocument/2006/relationships/font" Target="fonts/PTSans-regular.fntdata"/><Relationship Id="rId12" Type="http://schemas.openxmlformats.org/officeDocument/2006/relationships/slide" Target="slides/slide7.xml"/><Relationship Id="rId34" Type="http://schemas.openxmlformats.org/officeDocument/2006/relationships/font" Target="fonts/BarlowSemiCondensed-boldItalic.fntdata"/><Relationship Id="rId15" Type="http://schemas.openxmlformats.org/officeDocument/2006/relationships/slide" Target="slides/slide10.xml"/><Relationship Id="rId37" Type="http://schemas.openxmlformats.org/officeDocument/2006/relationships/font" Target="fonts/PTSans-italic.fntdata"/><Relationship Id="rId14" Type="http://schemas.openxmlformats.org/officeDocument/2006/relationships/slide" Target="slides/slide9.xml"/><Relationship Id="rId36" Type="http://schemas.openxmlformats.org/officeDocument/2006/relationships/font" Target="fonts/PTSans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schemas.openxmlformats.org/officeDocument/2006/relationships/font" Target="fonts/PTSans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14625bc2fbf_0_2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14625bc2fbf_0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10a731109d9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10a731109d9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66be2c5d78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266be2c5d78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66be2c5d78_0_5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266be2c5d78_0_5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66be2c5d78_0_5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266be2c5d78_0_5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266be2c5d78_0_5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266be2c5d78_0_5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66be2c5d78_0_5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266be2c5d78_0_5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266be2c5d78_0_6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266be2c5d78_0_6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266be2c5d78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266be2c5d78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a55da2b78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a55da2b78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a55da2b78d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3a55da2b78d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266be2c5d78_0_6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266be2c5d78_0_6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266be2c5d78_0_8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g266be2c5d78_0_8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266be2c5d78_0_8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266be2c5d78_0_8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266be2c5d78_0_8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4" name="Google Shape;564;g266be2c5d78_0_8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266be2c5d78_0_9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266be2c5d78_0_9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266be2c5d78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6" name="Google Shape;616;g266be2c5d7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266be2c5d78_0_6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5" name="Google Shape;625;g266be2c5d78_0_6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266be2c5d78_0_7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1" name="Google Shape;651;g266be2c5d78_0_7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266be2c5d78_0_7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7" name="Google Shape;677;g266be2c5d78_0_7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g266be2c5d78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3" name="Google Shape;703;g266be2c5d78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266be2c5d78_0_7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2" name="Google Shape;712;g266be2c5d78_0_7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g266be2c5d78_0_7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8" name="Google Shape;738;g266be2c5d78_0_7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266be2c5d78_0_8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66be2c5d78_0_8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TITLE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>
            <p:ph idx="2" type="pic"/>
          </p:nvPr>
        </p:nvSpPr>
        <p:spPr>
          <a:xfrm>
            <a:off x="457200" y="457200"/>
            <a:ext cx="8229600" cy="3766200"/>
          </a:xfrm>
          <a:prstGeom prst="rect">
            <a:avLst/>
          </a:prstGeom>
          <a:noFill/>
          <a:ln>
            <a:noFill/>
          </a:ln>
        </p:spPr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572000" y="4375200"/>
            <a:ext cx="4114800" cy="477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 rotWithShape="1">
          <a:blip r:embed="rId2">
            <a:alphaModFix/>
          </a:blip>
          <a:srcRect b="33261" l="20479" r="20638" t="35260"/>
          <a:stretch/>
        </p:blipFill>
        <p:spPr>
          <a:xfrm>
            <a:off x="457200" y="4422175"/>
            <a:ext cx="1413275" cy="37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orient="horz" pos="2448">
          <p15:clr>
            <a:srgbClr val="FA7B17"/>
          </p15:clr>
        </p15:guide>
        <p15:guide id="4" orient="horz" pos="792">
          <p15:clr>
            <a:srgbClr val="FA7B17"/>
          </p15:clr>
        </p15:guide>
        <p15:guide id="5" pos="2016">
          <p15:clr>
            <a:srgbClr val="FA7B17"/>
          </p15:clr>
        </p15:guide>
        <p15:guide id="6" pos="3748">
          <p15:clr>
            <a:srgbClr val="FA7B17"/>
          </p15:clr>
        </p15:guide>
        <p15:guide id="7" pos="5472">
          <p15:clr>
            <a:srgbClr val="FA7B17"/>
          </p15:clr>
        </p15:guide>
        <p15:guide id="8" pos="288">
          <p15:clr>
            <a:srgbClr val="FA7B17"/>
          </p15:clr>
        </p15:guide>
        <p15:guide id="9" pos="1152">
          <p15:clr>
            <a:srgbClr val="FA7B17"/>
          </p15:clr>
        </p15:guide>
        <p15:guide id="10" pos="4612">
          <p15:clr>
            <a:srgbClr val="FA7B17"/>
          </p15:clr>
        </p15:guide>
        <p15:guide id="11" orient="horz" pos="288">
          <p15:clr>
            <a:srgbClr val="FA7B17"/>
          </p15:clr>
        </p15:guide>
        <p15:guide id="12" orient="horz" pos="2880">
          <p15:clr>
            <a:srgbClr val="FA7B17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>
  <p:cSld name="TITLE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3"/>
          <p:cNvSpPr txBox="1"/>
          <p:nvPr/>
        </p:nvSpPr>
        <p:spPr>
          <a:xfrm>
            <a:off x="905100" y="2075450"/>
            <a:ext cx="3664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SECTION</a:t>
            </a:r>
            <a:endParaRPr b="1" sz="9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907500" y="2329200"/>
            <a:ext cx="3664500" cy="4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orient="horz" pos="2448">
          <p15:clr>
            <a:srgbClr val="FA7B17"/>
          </p15:clr>
        </p15:guide>
        <p15:guide id="4" orient="horz" pos="792">
          <p15:clr>
            <a:srgbClr val="FA7B17"/>
          </p15:clr>
        </p15:guide>
        <p15:guide id="5" pos="2016">
          <p15:clr>
            <a:srgbClr val="FA7B17"/>
          </p15:clr>
        </p15:guide>
        <p15:guide id="6" pos="3744">
          <p15:clr>
            <a:srgbClr val="FA7B17"/>
          </p15:clr>
        </p15:guide>
        <p15:guide id="7" pos="5472">
          <p15:clr>
            <a:srgbClr val="FA7B17"/>
          </p15:clr>
        </p15:guide>
        <p15:guide id="8" pos="288">
          <p15:clr>
            <a:srgbClr val="FA7B17"/>
          </p15:clr>
        </p15:guide>
        <p15:guide id="9" pos="1152">
          <p15:clr>
            <a:srgbClr val="FA7B17"/>
          </p15:clr>
        </p15:guide>
        <p15:guide id="10" pos="4608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— Categories">
  <p:cSld name="TITLE_1_3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/>
        </p:nvSpPr>
        <p:spPr>
          <a:xfrm>
            <a:off x="905100" y="1218425"/>
            <a:ext cx="184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SECTION</a:t>
            </a:r>
            <a:endParaRPr b="1" sz="10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906306" y="1472175"/>
            <a:ext cx="1842000" cy="4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733800" y="1218425"/>
            <a:ext cx="2826900" cy="311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 sz="900">
                <a:solidFill>
                  <a:schemeClr val="lt1"/>
                </a:solidFill>
              </a:defRPr>
            </a:lvl1pPr>
            <a:lvl2pPr indent="-285750" lvl="1" marL="914400" rtl="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 sz="900">
                <a:solidFill>
                  <a:schemeClr val="lt1"/>
                </a:solidFill>
              </a:defRPr>
            </a:lvl2pPr>
            <a:lvl3pPr indent="-285750" lvl="2" marL="1371600" rtl="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 sz="900">
                <a:solidFill>
                  <a:schemeClr val="lt1"/>
                </a:solidFill>
              </a:defRPr>
            </a:lvl3pPr>
            <a:lvl4pPr indent="-285750" lvl="3" marL="1828800" rtl="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 sz="900">
                <a:solidFill>
                  <a:schemeClr val="lt1"/>
                </a:solidFill>
              </a:defRPr>
            </a:lvl4pPr>
            <a:lvl5pPr indent="-285750" lvl="4" marL="2286000" rtl="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 sz="900">
                <a:solidFill>
                  <a:schemeClr val="lt1"/>
                </a:solidFill>
              </a:defRPr>
            </a:lvl5pPr>
            <a:lvl6pPr indent="-285750" lvl="5" marL="2743200" rtl="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 sz="900">
                <a:solidFill>
                  <a:schemeClr val="lt1"/>
                </a:solidFill>
              </a:defRPr>
            </a:lvl6pPr>
            <a:lvl7pPr indent="-285750" lvl="6" marL="3200400" rtl="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 sz="900">
                <a:solidFill>
                  <a:schemeClr val="lt1"/>
                </a:solidFill>
              </a:defRPr>
            </a:lvl7pPr>
            <a:lvl8pPr indent="-285750" lvl="7" marL="3657600" rtl="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 sz="900">
                <a:solidFill>
                  <a:schemeClr val="lt1"/>
                </a:solidFill>
              </a:defRPr>
            </a:lvl8pPr>
            <a:lvl9pPr indent="-285750" lvl="8" marL="4114800" rtl="0">
              <a:spcBef>
                <a:spcPts val="500"/>
              </a:spcBef>
              <a:spcAft>
                <a:spcPts val="500"/>
              </a:spcAft>
              <a:buClr>
                <a:schemeClr val="lt1"/>
              </a:buClr>
              <a:buSzPts val="900"/>
              <a:buChar char="■"/>
              <a:defRPr sz="9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orient="horz" pos="2448">
          <p15:clr>
            <a:srgbClr val="FA7B17"/>
          </p15:clr>
        </p15:guide>
        <p15:guide id="4" orient="horz" pos="792">
          <p15:clr>
            <a:srgbClr val="FA7B17"/>
          </p15:clr>
        </p15:guide>
        <p15:guide id="5" pos="2016">
          <p15:clr>
            <a:srgbClr val="FA7B17"/>
          </p15:clr>
        </p15:guide>
        <p15:guide id="6" pos="3744">
          <p15:clr>
            <a:srgbClr val="FA7B17"/>
          </p15:clr>
        </p15:guide>
        <p15:guide id="7" pos="5472">
          <p15:clr>
            <a:srgbClr val="FA7B17"/>
          </p15:clr>
        </p15:guide>
        <p15:guide id="8" pos="288">
          <p15:clr>
            <a:srgbClr val="FA7B17"/>
          </p15:clr>
        </p15:guide>
        <p15:guide id="9" pos="1152">
          <p15:clr>
            <a:srgbClr val="FA7B17"/>
          </p15:clr>
        </p15:guide>
        <p15:guide id="10" pos="4608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/ Section">
  <p:cSld name="TITLE_1_2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907500" y="2086650"/>
            <a:ext cx="3664500" cy="5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orient="horz" pos="2448">
          <p15:clr>
            <a:srgbClr val="FA7B17"/>
          </p15:clr>
        </p15:guide>
        <p15:guide id="4" orient="horz" pos="792">
          <p15:clr>
            <a:srgbClr val="FA7B17"/>
          </p15:clr>
        </p15:guide>
        <p15:guide id="5" pos="2016">
          <p15:clr>
            <a:srgbClr val="FA7B17"/>
          </p15:clr>
        </p15:guide>
        <p15:guide id="6" pos="3744">
          <p15:clr>
            <a:srgbClr val="FA7B17"/>
          </p15:clr>
        </p15:guide>
        <p15:guide id="7" pos="5472">
          <p15:clr>
            <a:srgbClr val="FA7B17"/>
          </p15:clr>
        </p15:guide>
        <p15:guide id="8" pos="288">
          <p15:clr>
            <a:srgbClr val="FA7B17"/>
          </p15:clr>
        </p15:guide>
        <p15:guide id="9" pos="1152">
          <p15:clr>
            <a:srgbClr val="FA7B17"/>
          </p15:clr>
        </p15:guide>
        <p15:guide id="10" pos="4608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de — Notes (2 Columns)">
  <p:cSld name="TITLE_AND_BODY_1_1_3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idx="1" type="body"/>
          </p:nvPr>
        </p:nvSpPr>
        <p:spPr>
          <a:xfrm>
            <a:off x="2895600" y="612300"/>
            <a:ext cx="2826900" cy="407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 rtl="0">
              <a:spcBef>
                <a:spcPts val="5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 rtl="0">
              <a:spcBef>
                <a:spcPts val="5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 rtl="0">
              <a:spcBef>
                <a:spcPts val="5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 rtl="0">
              <a:spcBef>
                <a:spcPts val="5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 rtl="0">
              <a:spcBef>
                <a:spcPts val="5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 rtl="0">
              <a:spcBef>
                <a:spcPts val="5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 rtl="0">
              <a:spcBef>
                <a:spcPts val="5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 rtl="0">
              <a:spcBef>
                <a:spcPts val="500"/>
              </a:spcBef>
              <a:spcAft>
                <a:spcPts val="5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30" name="Google Shape;30;p6"/>
          <p:cNvSpPr/>
          <p:nvPr/>
        </p:nvSpPr>
        <p:spPr>
          <a:xfrm>
            <a:off x="0" y="0"/>
            <a:ext cx="2513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6"/>
          <p:cNvSpPr txBox="1"/>
          <p:nvPr>
            <p:ph type="title"/>
          </p:nvPr>
        </p:nvSpPr>
        <p:spPr>
          <a:xfrm>
            <a:off x="357616" y="612300"/>
            <a:ext cx="1939800" cy="4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5901750" y="612300"/>
            <a:ext cx="2826900" cy="407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 rtl="0">
              <a:spcBef>
                <a:spcPts val="5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 rtl="0">
              <a:spcBef>
                <a:spcPts val="5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 rtl="0">
              <a:spcBef>
                <a:spcPts val="5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 rtl="0">
              <a:spcBef>
                <a:spcPts val="5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 rtl="0">
              <a:spcBef>
                <a:spcPts val="5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 rtl="0">
              <a:spcBef>
                <a:spcPts val="5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 rtl="0">
              <a:spcBef>
                <a:spcPts val="5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 rtl="0">
              <a:spcBef>
                <a:spcPts val="500"/>
              </a:spcBef>
              <a:spcAft>
                <a:spcPts val="500"/>
              </a:spcAft>
              <a:buSzPts val="900"/>
              <a:buChar char="■"/>
              <a:defRPr sz="9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orient="horz" pos="792">
          <p15:clr>
            <a:srgbClr val="FA7B17"/>
          </p15:clr>
        </p15:guide>
        <p15:guide id="4" pos="288">
          <p15:clr>
            <a:srgbClr val="FA7B17"/>
          </p15:clr>
        </p15:guide>
        <p15:guide id="5" pos="1152">
          <p15:clr>
            <a:srgbClr val="FA7B17"/>
          </p15:clr>
        </p15:guide>
        <p15:guide id="6" pos="2016">
          <p15:clr>
            <a:srgbClr val="FA7B17"/>
          </p15:clr>
        </p15:guide>
        <p15:guide id="7" pos="3744">
          <p15:clr>
            <a:srgbClr val="FA7B17"/>
          </p15:clr>
        </p15:guide>
        <p15:guide id="8" pos="4608">
          <p15:clr>
            <a:srgbClr val="FA7B17"/>
          </p15:clr>
        </p15:guide>
        <p15:guide id="9" pos="5472">
          <p15:clr>
            <a:srgbClr val="FA7B17"/>
          </p15:clr>
        </p15:guide>
        <p15:guide id="10" orient="horz" pos="2448">
          <p15:clr>
            <a:srgbClr val="FA7B17"/>
          </p15:clr>
        </p15:guide>
        <p15:guide id="11" orient="horz" pos="290">
          <p15:clr>
            <a:srgbClr val="FA7B17"/>
          </p15:clr>
        </p15:guide>
        <p15:guide id="12" orient="horz" pos="2950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de — Notes (1 Column)">
  <p:cSld name="TITLE_AND_BODY_1_1_3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idx="1" type="body"/>
          </p:nvPr>
        </p:nvSpPr>
        <p:spPr>
          <a:xfrm>
            <a:off x="2895600" y="612300"/>
            <a:ext cx="2826900" cy="407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 rtl="0">
              <a:spcBef>
                <a:spcPts val="5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 rtl="0">
              <a:spcBef>
                <a:spcPts val="5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 rtl="0">
              <a:spcBef>
                <a:spcPts val="5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 rtl="0">
              <a:spcBef>
                <a:spcPts val="5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 rtl="0">
              <a:spcBef>
                <a:spcPts val="5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 rtl="0">
              <a:spcBef>
                <a:spcPts val="5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 rtl="0">
              <a:spcBef>
                <a:spcPts val="5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 rtl="0">
              <a:spcBef>
                <a:spcPts val="500"/>
              </a:spcBef>
              <a:spcAft>
                <a:spcPts val="5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35" name="Google Shape;35;p7"/>
          <p:cNvSpPr/>
          <p:nvPr/>
        </p:nvSpPr>
        <p:spPr>
          <a:xfrm>
            <a:off x="0" y="0"/>
            <a:ext cx="2513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7"/>
          <p:cNvSpPr txBox="1"/>
          <p:nvPr>
            <p:ph type="title"/>
          </p:nvPr>
        </p:nvSpPr>
        <p:spPr>
          <a:xfrm>
            <a:off x="357616" y="612300"/>
            <a:ext cx="1939800" cy="4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orient="horz" pos="792">
          <p15:clr>
            <a:srgbClr val="FA7B17"/>
          </p15:clr>
        </p15:guide>
        <p15:guide id="4" pos="288">
          <p15:clr>
            <a:srgbClr val="FA7B17"/>
          </p15:clr>
        </p15:guide>
        <p15:guide id="5" pos="1152">
          <p15:clr>
            <a:srgbClr val="FA7B17"/>
          </p15:clr>
        </p15:guide>
        <p15:guide id="6" pos="2016">
          <p15:clr>
            <a:srgbClr val="FA7B17"/>
          </p15:clr>
        </p15:guide>
        <p15:guide id="7" pos="3744">
          <p15:clr>
            <a:srgbClr val="FA7B17"/>
          </p15:clr>
        </p15:guide>
        <p15:guide id="8" pos="4608">
          <p15:clr>
            <a:srgbClr val="FA7B17"/>
          </p15:clr>
        </p15:guide>
        <p15:guide id="9" pos="5472">
          <p15:clr>
            <a:srgbClr val="FA7B17"/>
          </p15:clr>
        </p15:guide>
        <p15:guide id="10" orient="horz" pos="2448">
          <p15:clr>
            <a:srgbClr val="FA7B17"/>
          </p15:clr>
        </p15:guide>
        <p15:guide id="11" orient="horz" pos="290">
          <p15:clr>
            <a:srgbClr val="FA7B17"/>
          </p15:clr>
        </p15:guide>
        <p15:guide id="12" orient="horz" pos="2950">
          <p15:clr>
            <a:srgbClr val="FA7B17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de — Blank">
  <p:cSld name="TITLE_AND_BODY_1_1_2_1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" name="Google Shape;39;p8"/>
          <p:cNvSpPr/>
          <p:nvPr/>
        </p:nvSpPr>
        <p:spPr>
          <a:xfrm>
            <a:off x="0" y="0"/>
            <a:ext cx="2513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8"/>
          <p:cNvSpPr txBox="1"/>
          <p:nvPr>
            <p:ph type="title"/>
          </p:nvPr>
        </p:nvSpPr>
        <p:spPr>
          <a:xfrm>
            <a:off x="357616" y="612300"/>
            <a:ext cx="1939800" cy="4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41" name="Google Shape;41;p8"/>
          <p:cNvSpPr txBox="1"/>
          <p:nvPr>
            <p:ph idx="1" type="subTitle"/>
          </p:nvPr>
        </p:nvSpPr>
        <p:spPr>
          <a:xfrm>
            <a:off x="348925" y="2599425"/>
            <a:ext cx="1989900" cy="21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  <a:defRPr sz="9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  <a:defRPr sz="9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  <a:defRPr sz="9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  <a:defRPr sz="9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  <a:defRPr sz="9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  <a:defRPr sz="9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  <a:defRPr sz="9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8"/>
          <p:cNvSpPr txBox="1"/>
          <p:nvPr/>
        </p:nvSpPr>
        <p:spPr>
          <a:xfrm>
            <a:off x="367475" y="343500"/>
            <a:ext cx="21645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PHOTOKITCHEN</a:t>
            </a:r>
            <a:endParaRPr b="1" sz="8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3" name="Google Shape;43;p8"/>
          <p:cNvCxnSpPr/>
          <p:nvPr/>
        </p:nvCxnSpPr>
        <p:spPr>
          <a:xfrm>
            <a:off x="457194" y="2599428"/>
            <a:ext cx="3966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orient="horz" pos="792">
          <p15:clr>
            <a:srgbClr val="FA7B17"/>
          </p15:clr>
        </p15:guide>
        <p15:guide id="4" pos="288">
          <p15:clr>
            <a:srgbClr val="FA7B17"/>
          </p15:clr>
        </p15:guide>
        <p15:guide id="5" pos="1152">
          <p15:clr>
            <a:srgbClr val="FA7B17"/>
          </p15:clr>
        </p15:guide>
        <p15:guide id="6" pos="2016">
          <p15:clr>
            <a:srgbClr val="FA7B17"/>
          </p15:clr>
        </p15:guide>
        <p15:guide id="7" pos="3744">
          <p15:clr>
            <a:srgbClr val="FA7B17"/>
          </p15:clr>
        </p15:guide>
        <p15:guide id="8" pos="4608">
          <p15:clr>
            <a:srgbClr val="FA7B17"/>
          </p15:clr>
        </p15:guide>
        <p15:guide id="9" pos="5472">
          <p15:clr>
            <a:srgbClr val="FA7B17"/>
          </p15:clr>
        </p15:guide>
        <p15:guide id="10" orient="horz" pos="2448">
          <p15:clr>
            <a:srgbClr val="FA7B17"/>
          </p15:clr>
        </p15:guide>
        <p15:guide id="11" orient="horz" pos="290">
          <p15:clr>
            <a:srgbClr val="FA7B17"/>
          </p15:clr>
        </p15:guide>
        <p15:guide id="12" orient="horz" pos="2950">
          <p15:clr>
            <a:srgbClr val="FA7B17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— White">
  <p:cSld name="TITLE_AND_BODY_1_1_2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 txBox="1"/>
          <p:nvPr>
            <p:ph type="title"/>
          </p:nvPr>
        </p:nvSpPr>
        <p:spPr>
          <a:xfrm>
            <a:off x="205225" y="582850"/>
            <a:ext cx="1159200" cy="20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PT Sans"/>
                <a:ea typeface="PT Sans"/>
                <a:cs typeface="PT Sans"/>
                <a:sym typeface="PT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PT Sans"/>
                <a:ea typeface="PT Sans"/>
                <a:cs typeface="PT Sans"/>
                <a:sym typeface="PT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PT Sans"/>
                <a:ea typeface="PT Sans"/>
                <a:cs typeface="PT Sans"/>
                <a:sym typeface="PT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PT Sans"/>
                <a:ea typeface="PT Sans"/>
                <a:cs typeface="PT Sans"/>
                <a:sym typeface="PT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PT Sans"/>
                <a:ea typeface="PT Sans"/>
                <a:cs typeface="PT Sans"/>
                <a:sym typeface="PT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PT Sans"/>
                <a:ea typeface="PT Sans"/>
                <a:cs typeface="PT Sans"/>
                <a:sym typeface="PT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PT Sans"/>
                <a:ea typeface="PT Sans"/>
                <a:cs typeface="PT Sans"/>
                <a:sym typeface="PT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46" name="Google Shape;46;p9"/>
          <p:cNvSpPr/>
          <p:nvPr>
            <p:ph idx="2" type="pic"/>
          </p:nvPr>
        </p:nvSpPr>
        <p:spPr>
          <a:xfrm>
            <a:off x="7477550" y="664325"/>
            <a:ext cx="1399500" cy="933300"/>
          </a:xfrm>
          <a:prstGeom prst="rect">
            <a:avLst/>
          </a:prstGeom>
          <a:noFill/>
          <a:ln>
            <a:noFill/>
          </a:ln>
        </p:spPr>
      </p:sp>
      <p:sp>
        <p:nvSpPr>
          <p:cNvPr id="47" name="Google Shape;47;p9"/>
          <p:cNvSpPr/>
          <p:nvPr/>
        </p:nvSpPr>
        <p:spPr>
          <a:xfrm>
            <a:off x="1574750" y="0"/>
            <a:ext cx="7569300" cy="282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/>
          <p:nvPr>
            <p:ph idx="3" type="pic"/>
          </p:nvPr>
        </p:nvSpPr>
        <p:spPr>
          <a:xfrm>
            <a:off x="7477550" y="1673825"/>
            <a:ext cx="1399500" cy="933300"/>
          </a:xfrm>
          <a:prstGeom prst="rect">
            <a:avLst/>
          </a:prstGeom>
          <a:noFill/>
          <a:ln>
            <a:noFill/>
          </a:ln>
        </p:spPr>
      </p:sp>
      <p:sp>
        <p:nvSpPr>
          <p:cNvPr id="49" name="Google Shape;49;p9"/>
          <p:cNvSpPr/>
          <p:nvPr>
            <p:ph idx="4" type="pic"/>
          </p:nvPr>
        </p:nvSpPr>
        <p:spPr>
          <a:xfrm>
            <a:off x="7477550" y="2683325"/>
            <a:ext cx="1399500" cy="933300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9"/>
          <p:cNvSpPr/>
          <p:nvPr>
            <p:ph idx="5" type="pic"/>
          </p:nvPr>
        </p:nvSpPr>
        <p:spPr>
          <a:xfrm>
            <a:off x="7477550" y="3692825"/>
            <a:ext cx="1399500" cy="933300"/>
          </a:xfrm>
          <a:prstGeom prst="rect">
            <a:avLst/>
          </a:prstGeom>
          <a:noFill/>
          <a:ln>
            <a:noFill/>
          </a:ln>
        </p:spPr>
      </p:sp>
      <p:sp>
        <p:nvSpPr>
          <p:cNvPr id="51" name="Google Shape;51;p9"/>
          <p:cNvSpPr/>
          <p:nvPr>
            <p:ph idx="6" type="pic"/>
          </p:nvPr>
        </p:nvSpPr>
        <p:spPr>
          <a:xfrm>
            <a:off x="6001850" y="664325"/>
            <a:ext cx="1399500" cy="933300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9"/>
          <p:cNvSpPr/>
          <p:nvPr>
            <p:ph idx="7" type="pic"/>
          </p:nvPr>
        </p:nvSpPr>
        <p:spPr>
          <a:xfrm>
            <a:off x="6001850" y="1673825"/>
            <a:ext cx="1399500" cy="933300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Google Shape;53;p9"/>
          <p:cNvSpPr/>
          <p:nvPr>
            <p:ph idx="8" type="pic"/>
          </p:nvPr>
        </p:nvSpPr>
        <p:spPr>
          <a:xfrm>
            <a:off x="6001850" y="2683325"/>
            <a:ext cx="1399500" cy="933300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9"/>
          <p:cNvSpPr/>
          <p:nvPr>
            <p:ph idx="9" type="pic"/>
          </p:nvPr>
        </p:nvSpPr>
        <p:spPr>
          <a:xfrm>
            <a:off x="6001850" y="3692825"/>
            <a:ext cx="1399500" cy="9333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9"/>
          <p:cNvSpPr/>
          <p:nvPr>
            <p:ph idx="13" type="pic"/>
          </p:nvPr>
        </p:nvSpPr>
        <p:spPr>
          <a:xfrm>
            <a:off x="4526150" y="664325"/>
            <a:ext cx="1399500" cy="933300"/>
          </a:xfrm>
          <a:prstGeom prst="rect">
            <a:avLst/>
          </a:prstGeom>
          <a:noFill/>
          <a:ln>
            <a:noFill/>
          </a:ln>
        </p:spPr>
      </p:sp>
      <p:sp>
        <p:nvSpPr>
          <p:cNvPr id="56" name="Google Shape;56;p9"/>
          <p:cNvSpPr/>
          <p:nvPr>
            <p:ph idx="14" type="pic"/>
          </p:nvPr>
        </p:nvSpPr>
        <p:spPr>
          <a:xfrm>
            <a:off x="4526150" y="1673825"/>
            <a:ext cx="1399500" cy="933300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Google Shape;57;p9"/>
          <p:cNvSpPr/>
          <p:nvPr>
            <p:ph idx="15" type="pic"/>
          </p:nvPr>
        </p:nvSpPr>
        <p:spPr>
          <a:xfrm>
            <a:off x="4526150" y="2683325"/>
            <a:ext cx="1399500" cy="933300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9"/>
          <p:cNvSpPr/>
          <p:nvPr>
            <p:ph idx="16" type="pic"/>
          </p:nvPr>
        </p:nvSpPr>
        <p:spPr>
          <a:xfrm>
            <a:off x="4526150" y="3692825"/>
            <a:ext cx="1399500" cy="933300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Google Shape;59;p9"/>
          <p:cNvSpPr/>
          <p:nvPr>
            <p:ph idx="17" type="pic"/>
          </p:nvPr>
        </p:nvSpPr>
        <p:spPr>
          <a:xfrm>
            <a:off x="3048000" y="664325"/>
            <a:ext cx="1399500" cy="933300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9"/>
          <p:cNvSpPr/>
          <p:nvPr>
            <p:ph idx="18" type="pic"/>
          </p:nvPr>
        </p:nvSpPr>
        <p:spPr>
          <a:xfrm>
            <a:off x="3048000" y="1673825"/>
            <a:ext cx="1399500" cy="933300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9"/>
          <p:cNvSpPr/>
          <p:nvPr>
            <p:ph idx="19" type="pic"/>
          </p:nvPr>
        </p:nvSpPr>
        <p:spPr>
          <a:xfrm>
            <a:off x="3048000" y="2683325"/>
            <a:ext cx="1399500" cy="933300"/>
          </a:xfrm>
          <a:prstGeom prst="rect">
            <a:avLst/>
          </a:prstGeom>
          <a:noFill/>
          <a:ln>
            <a:noFill/>
          </a:ln>
        </p:spPr>
      </p:sp>
      <p:sp>
        <p:nvSpPr>
          <p:cNvPr id="62" name="Google Shape;62;p9"/>
          <p:cNvSpPr/>
          <p:nvPr>
            <p:ph idx="20" type="pic"/>
          </p:nvPr>
        </p:nvSpPr>
        <p:spPr>
          <a:xfrm>
            <a:off x="3048000" y="3692825"/>
            <a:ext cx="1399500" cy="933300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9"/>
          <p:cNvSpPr/>
          <p:nvPr>
            <p:ph idx="21" type="pic"/>
          </p:nvPr>
        </p:nvSpPr>
        <p:spPr>
          <a:xfrm>
            <a:off x="1574750" y="664325"/>
            <a:ext cx="1399500" cy="9333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9"/>
          <p:cNvSpPr/>
          <p:nvPr>
            <p:ph idx="22" type="pic"/>
          </p:nvPr>
        </p:nvSpPr>
        <p:spPr>
          <a:xfrm>
            <a:off x="1574750" y="1673825"/>
            <a:ext cx="1399500" cy="933300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9"/>
          <p:cNvSpPr/>
          <p:nvPr>
            <p:ph idx="23" type="pic"/>
          </p:nvPr>
        </p:nvSpPr>
        <p:spPr>
          <a:xfrm>
            <a:off x="1574750" y="2683325"/>
            <a:ext cx="1399500" cy="93330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9"/>
          <p:cNvSpPr/>
          <p:nvPr>
            <p:ph idx="24" type="pic"/>
          </p:nvPr>
        </p:nvSpPr>
        <p:spPr>
          <a:xfrm>
            <a:off x="1574750" y="3692825"/>
            <a:ext cx="1399500" cy="9333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9"/>
          <p:cNvSpPr/>
          <p:nvPr/>
        </p:nvSpPr>
        <p:spPr>
          <a:xfrm>
            <a:off x="0" y="0"/>
            <a:ext cx="1574700" cy="282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WHITE</a:t>
            </a:r>
            <a:endParaRPr b="1" sz="8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8" name="Google Shape;68;p9"/>
          <p:cNvSpPr/>
          <p:nvPr/>
        </p:nvSpPr>
        <p:spPr>
          <a:xfrm>
            <a:off x="6001850" y="0"/>
            <a:ext cx="3142200" cy="28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182875" spcFirstLastPara="1" rIns="18287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PK PROPS CATALOG ( TAKEOUT )</a:t>
            </a:r>
            <a:endParaRPr b="1" sz="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orient="horz" pos="792">
          <p15:clr>
            <a:srgbClr val="FA7B17"/>
          </p15:clr>
        </p15:guide>
        <p15:guide id="4" pos="288">
          <p15:clr>
            <a:srgbClr val="FA7B17"/>
          </p15:clr>
        </p15:guide>
        <p15:guide id="5" pos="1152">
          <p15:clr>
            <a:srgbClr val="FA7B17"/>
          </p15:clr>
        </p15:guide>
        <p15:guide id="6" pos="2016">
          <p15:clr>
            <a:srgbClr val="FA7B17"/>
          </p15:clr>
        </p15:guide>
        <p15:guide id="7" pos="3744">
          <p15:clr>
            <a:srgbClr val="FA7B17"/>
          </p15:clr>
        </p15:guide>
        <p15:guide id="8" pos="4608">
          <p15:clr>
            <a:srgbClr val="FA7B17"/>
          </p15:clr>
        </p15:guide>
        <p15:guide id="9" pos="5472">
          <p15:clr>
            <a:srgbClr val="FA7B17"/>
          </p15:clr>
        </p15:guide>
        <p15:guide id="10" orient="horz" pos="2448">
          <p15:clr>
            <a:srgbClr val="FA7B17"/>
          </p15:clr>
        </p15:guide>
        <p15:guide id="11" orient="horz" pos="290">
          <p15:clr>
            <a:srgbClr val="FA7B17"/>
          </p15:clr>
        </p15:guide>
        <p15:guide id="12" orient="horz" pos="2950">
          <p15:clr>
            <a:srgbClr val="FA7B17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— Clear">
  <p:cSld name="TITLE_AND_BODY_1_1_2_1_1_1_6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 txBox="1"/>
          <p:nvPr>
            <p:ph type="title"/>
          </p:nvPr>
        </p:nvSpPr>
        <p:spPr>
          <a:xfrm>
            <a:off x="205225" y="582850"/>
            <a:ext cx="1159200" cy="20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PT Sans"/>
                <a:ea typeface="PT Sans"/>
                <a:cs typeface="PT Sans"/>
                <a:sym typeface="PT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PT Sans"/>
                <a:ea typeface="PT Sans"/>
                <a:cs typeface="PT Sans"/>
                <a:sym typeface="PT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PT Sans"/>
                <a:ea typeface="PT Sans"/>
                <a:cs typeface="PT Sans"/>
                <a:sym typeface="PT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PT Sans"/>
                <a:ea typeface="PT Sans"/>
                <a:cs typeface="PT Sans"/>
                <a:sym typeface="PT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PT Sans"/>
                <a:ea typeface="PT Sans"/>
                <a:cs typeface="PT Sans"/>
                <a:sym typeface="PT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PT Sans"/>
                <a:ea typeface="PT Sans"/>
                <a:cs typeface="PT Sans"/>
                <a:sym typeface="PT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PT Sans"/>
                <a:ea typeface="PT Sans"/>
                <a:cs typeface="PT Sans"/>
                <a:sym typeface="PT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71" name="Google Shape;71;p10"/>
          <p:cNvSpPr/>
          <p:nvPr>
            <p:ph idx="2" type="pic"/>
          </p:nvPr>
        </p:nvSpPr>
        <p:spPr>
          <a:xfrm>
            <a:off x="7477550" y="664325"/>
            <a:ext cx="1399500" cy="9333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10"/>
          <p:cNvSpPr/>
          <p:nvPr/>
        </p:nvSpPr>
        <p:spPr>
          <a:xfrm>
            <a:off x="1574750" y="0"/>
            <a:ext cx="7569300" cy="282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0"/>
          <p:cNvSpPr/>
          <p:nvPr>
            <p:ph idx="3" type="pic"/>
          </p:nvPr>
        </p:nvSpPr>
        <p:spPr>
          <a:xfrm>
            <a:off x="7477550" y="1673825"/>
            <a:ext cx="1399500" cy="933300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0"/>
          <p:cNvSpPr/>
          <p:nvPr>
            <p:ph idx="4" type="pic"/>
          </p:nvPr>
        </p:nvSpPr>
        <p:spPr>
          <a:xfrm>
            <a:off x="7477550" y="2683325"/>
            <a:ext cx="1399500" cy="933300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10"/>
          <p:cNvSpPr/>
          <p:nvPr>
            <p:ph idx="5" type="pic"/>
          </p:nvPr>
        </p:nvSpPr>
        <p:spPr>
          <a:xfrm>
            <a:off x="7477550" y="3692825"/>
            <a:ext cx="1399500" cy="933300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0"/>
          <p:cNvSpPr/>
          <p:nvPr>
            <p:ph idx="6" type="pic"/>
          </p:nvPr>
        </p:nvSpPr>
        <p:spPr>
          <a:xfrm>
            <a:off x="6001850" y="664325"/>
            <a:ext cx="1399500" cy="9333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0"/>
          <p:cNvSpPr/>
          <p:nvPr>
            <p:ph idx="7" type="pic"/>
          </p:nvPr>
        </p:nvSpPr>
        <p:spPr>
          <a:xfrm>
            <a:off x="6001850" y="1673825"/>
            <a:ext cx="1399500" cy="933300"/>
          </a:xfrm>
          <a:prstGeom prst="rect">
            <a:avLst/>
          </a:prstGeom>
          <a:noFill/>
          <a:ln>
            <a:noFill/>
          </a:ln>
        </p:spPr>
      </p:sp>
      <p:sp>
        <p:nvSpPr>
          <p:cNvPr id="78" name="Google Shape;78;p10"/>
          <p:cNvSpPr/>
          <p:nvPr>
            <p:ph idx="8" type="pic"/>
          </p:nvPr>
        </p:nvSpPr>
        <p:spPr>
          <a:xfrm>
            <a:off x="6001850" y="2683325"/>
            <a:ext cx="1399500" cy="933300"/>
          </a:xfrm>
          <a:prstGeom prst="rect">
            <a:avLst/>
          </a:prstGeom>
          <a:noFill/>
          <a:ln>
            <a:noFill/>
          </a:ln>
        </p:spPr>
      </p:sp>
      <p:sp>
        <p:nvSpPr>
          <p:cNvPr id="79" name="Google Shape;79;p10"/>
          <p:cNvSpPr/>
          <p:nvPr>
            <p:ph idx="9" type="pic"/>
          </p:nvPr>
        </p:nvSpPr>
        <p:spPr>
          <a:xfrm>
            <a:off x="6001850" y="3692825"/>
            <a:ext cx="1399500" cy="933300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10"/>
          <p:cNvSpPr/>
          <p:nvPr>
            <p:ph idx="13" type="pic"/>
          </p:nvPr>
        </p:nvSpPr>
        <p:spPr>
          <a:xfrm>
            <a:off x="4526150" y="664325"/>
            <a:ext cx="1399500" cy="933300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10"/>
          <p:cNvSpPr/>
          <p:nvPr>
            <p:ph idx="14" type="pic"/>
          </p:nvPr>
        </p:nvSpPr>
        <p:spPr>
          <a:xfrm>
            <a:off x="4526150" y="1673825"/>
            <a:ext cx="1399500" cy="933300"/>
          </a:xfrm>
          <a:prstGeom prst="rect">
            <a:avLst/>
          </a:prstGeom>
          <a:noFill/>
          <a:ln>
            <a:noFill/>
          </a:ln>
        </p:spPr>
      </p:sp>
      <p:sp>
        <p:nvSpPr>
          <p:cNvPr id="82" name="Google Shape;82;p10"/>
          <p:cNvSpPr/>
          <p:nvPr>
            <p:ph idx="15" type="pic"/>
          </p:nvPr>
        </p:nvSpPr>
        <p:spPr>
          <a:xfrm>
            <a:off x="4526150" y="2683325"/>
            <a:ext cx="1399500" cy="933300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10"/>
          <p:cNvSpPr/>
          <p:nvPr>
            <p:ph idx="16" type="pic"/>
          </p:nvPr>
        </p:nvSpPr>
        <p:spPr>
          <a:xfrm>
            <a:off x="4526150" y="3692825"/>
            <a:ext cx="1399500" cy="933300"/>
          </a:xfrm>
          <a:prstGeom prst="rect">
            <a:avLst/>
          </a:prstGeom>
          <a:noFill/>
          <a:ln>
            <a:noFill/>
          </a:ln>
        </p:spPr>
      </p:sp>
      <p:sp>
        <p:nvSpPr>
          <p:cNvPr id="84" name="Google Shape;84;p10"/>
          <p:cNvSpPr/>
          <p:nvPr>
            <p:ph idx="17" type="pic"/>
          </p:nvPr>
        </p:nvSpPr>
        <p:spPr>
          <a:xfrm>
            <a:off x="3048000" y="664325"/>
            <a:ext cx="1399500" cy="933300"/>
          </a:xfrm>
          <a:prstGeom prst="rect">
            <a:avLst/>
          </a:prstGeom>
          <a:noFill/>
          <a:ln>
            <a:noFill/>
          </a:ln>
        </p:spPr>
      </p:sp>
      <p:sp>
        <p:nvSpPr>
          <p:cNvPr id="85" name="Google Shape;85;p10"/>
          <p:cNvSpPr/>
          <p:nvPr>
            <p:ph idx="18" type="pic"/>
          </p:nvPr>
        </p:nvSpPr>
        <p:spPr>
          <a:xfrm>
            <a:off x="3048000" y="1673825"/>
            <a:ext cx="1399500" cy="933300"/>
          </a:xfrm>
          <a:prstGeom prst="rect">
            <a:avLst/>
          </a:prstGeom>
          <a:noFill/>
          <a:ln>
            <a:noFill/>
          </a:ln>
        </p:spPr>
      </p:sp>
      <p:sp>
        <p:nvSpPr>
          <p:cNvPr id="86" name="Google Shape;86;p10"/>
          <p:cNvSpPr/>
          <p:nvPr>
            <p:ph idx="19" type="pic"/>
          </p:nvPr>
        </p:nvSpPr>
        <p:spPr>
          <a:xfrm>
            <a:off x="3048000" y="2683325"/>
            <a:ext cx="1399500" cy="933300"/>
          </a:xfrm>
          <a:prstGeom prst="rect">
            <a:avLst/>
          </a:prstGeom>
          <a:noFill/>
          <a:ln>
            <a:noFill/>
          </a:ln>
        </p:spPr>
      </p:sp>
      <p:sp>
        <p:nvSpPr>
          <p:cNvPr id="87" name="Google Shape;87;p10"/>
          <p:cNvSpPr/>
          <p:nvPr>
            <p:ph idx="20" type="pic"/>
          </p:nvPr>
        </p:nvSpPr>
        <p:spPr>
          <a:xfrm>
            <a:off x="3048000" y="3692825"/>
            <a:ext cx="1399500" cy="933300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10"/>
          <p:cNvSpPr/>
          <p:nvPr>
            <p:ph idx="21" type="pic"/>
          </p:nvPr>
        </p:nvSpPr>
        <p:spPr>
          <a:xfrm>
            <a:off x="1574750" y="664325"/>
            <a:ext cx="1399500" cy="933300"/>
          </a:xfrm>
          <a:prstGeom prst="rect">
            <a:avLst/>
          </a:prstGeom>
          <a:noFill/>
          <a:ln>
            <a:noFill/>
          </a:ln>
        </p:spPr>
      </p:sp>
      <p:sp>
        <p:nvSpPr>
          <p:cNvPr id="89" name="Google Shape;89;p10"/>
          <p:cNvSpPr/>
          <p:nvPr>
            <p:ph idx="22" type="pic"/>
          </p:nvPr>
        </p:nvSpPr>
        <p:spPr>
          <a:xfrm>
            <a:off x="1574750" y="1673825"/>
            <a:ext cx="1399500" cy="933300"/>
          </a:xfrm>
          <a:prstGeom prst="rect">
            <a:avLst/>
          </a:prstGeom>
          <a:noFill/>
          <a:ln>
            <a:noFill/>
          </a:ln>
        </p:spPr>
      </p:sp>
      <p:sp>
        <p:nvSpPr>
          <p:cNvPr id="90" name="Google Shape;90;p10"/>
          <p:cNvSpPr/>
          <p:nvPr>
            <p:ph idx="23" type="pic"/>
          </p:nvPr>
        </p:nvSpPr>
        <p:spPr>
          <a:xfrm>
            <a:off x="1574750" y="2683325"/>
            <a:ext cx="1399500" cy="933300"/>
          </a:xfrm>
          <a:prstGeom prst="rect">
            <a:avLst/>
          </a:prstGeom>
          <a:noFill/>
          <a:ln>
            <a:noFill/>
          </a:ln>
        </p:spPr>
      </p:sp>
      <p:sp>
        <p:nvSpPr>
          <p:cNvPr id="91" name="Google Shape;91;p10"/>
          <p:cNvSpPr/>
          <p:nvPr>
            <p:ph idx="24" type="pic"/>
          </p:nvPr>
        </p:nvSpPr>
        <p:spPr>
          <a:xfrm>
            <a:off x="1574750" y="3692825"/>
            <a:ext cx="1399500" cy="933300"/>
          </a:xfrm>
          <a:prstGeom prst="rect">
            <a:avLst/>
          </a:prstGeom>
          <a:noFill/>
          <a:ln>
            <a:noFill/>
          </a:ln>
        </p:spPr>
      </p:sp>
      <p:sp>
        <p:nvSpPr>
          <p:cNvPr id="92" name="Google Shape;92;p10"/>
          <p:cNvSpPr/>
          <p:nvPr/>
        </p:nvSpPr>
        <p:spPr>
          <a:xfrm>
            <a:off x="0" y="0"/>
            <a:ext cx="1574700" cy="2826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CLEAR</a:t>
            </a:r>
            <a:endParaRPr b="1"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3" name="Google Shape;93;p10"/>
          <p:cNvSpPr/>
          <p:nvPr/>
        </p:nvSpPr>
        <p:spPr>
          <a:xfrm>
            <a:off x="6001850" y="0"/>
            <a:ext cx="3142200" cy="28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182875" spcFirstLastPara="1" rIns="18287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PK PROPS CATALOG ( TAKEOUT )</a:t>
            </a:r>
            <a:endParaRPr b="1" sz="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orient="horz" pos="792">
          <p15:clr>
            <a:srgbClr val="FA7B17"/>
          </p15:clr>
        </p15:guide>
        <p15:guide id="4" pos="288">
          <p15:clr>
            <a:srgbClr val="FA7B17"/>
          </p15:clr>
        </p15:guide>
        <p15:guide id="5" pos="1152">
          <p15:clr>
            <a:srgbClr val="FA7B17"/>
          </p15:clr>
        </p15:guide>
        <p15:guide id="6" pos="2016">
          <p15:clr>
            <a:srgbClr val="FA7B17"/>
          </p15:clr>
        </p15:guide>
        <p15:guide id="7" pos="3744">
          <p15:clr>
            <a:srgbClr val="FA7B17"/>
          </p15:clr>
        </p15:guide>
        <p15:guide id="8" pos="4608">
          <p15:clr>
            <a:srgbClr val="FA7B17"/>
          </p15:clr>
        </p15:guide>
        <p15:guide id="9" pos="5472">
          <p15:clr>
            <a:srgbClr val="FA7B17"/>
          </p15:clr>
        </p15:guide>
        <p15:guide id="10" orient="horz" pos="2448">
          <p15:clr>
            <a:srgbClr val="FA7B17"/>
          </p15:clr>
        </p15:guide>
        <p15:guide id="11" orient="horz" pos="290">
          <p15:clr>
            <a:srgbClr val="FA7B17"/>
          </p15:clr>
        </p15:guide>
        <p15:guide id="12" orient="horz" pos="2950">
          <p15:clr>
            <a:srgbClr val="FA7B17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— Gray">
  <p:cSld name="TITLE_AND_BODY_1_1_2_1_1_1_4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1"/>
          <p:cNvSpPr txBox="1"/>
          <p:nvPr>
            <p:ph type="title"/>
          </p:nvPr>
        </p:nvSpPr>
        <p:spPr>
          <a:xfrm>
            <a:off x="205225" y="582850"/>
            <a:ext cx="1159200" cy="20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PT Sans"/>
                <a:ea typeface="PT Sans"/>
                <a:cs typeface="PT Sans"/>
                <a:sym typeface="PT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PT Sans"/>
                <a:ea typeface="PT Sans"/>
                <a:cs typeface="PT Sans"/>
                <a:sym typeface="PT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PT Sans"/>
                <a:ea typeface="PT Sans"/>
                <a:cs typeface="PT Sans"/>
                <a:sym typeface="PT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PT Sans"/>
                <a:ea typeface="PT Sans"/>
                <a:cs typeface="PT Sans"/>
                <a:sym typeface="PT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PT Sans"/>
                <a:ea typeface="PT Sans"/>
                <a:cs typeface="PT Sans"/>
                <a:sym typeface="PT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PT Sans"/>
                <a:ea typeface="PT Sans"/>
                <a:cs typeface="PT Sans"/>
                <a:sym typeface="PT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PT Sans"/>
                <a:ea typeface="PT Sans"/>
                <a:cs typeface="PT Sans"/>
                <a:sym typeface="PT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96" name="Google Shape;96;p11"/>
          <p:cNvSpPr/>
          <p:nvPr>
            <p:ph idx="2" type="pic"/>
          </p:nvPr>
        </p:nvSpPr>
        <p:spPr>
          <a:xfrm>
            <a:off x="7477550" y="664325"/>
            <a:ext cx="1399500" cy="933300"/>
          </a:xfrm>
          <a:prstGeom prst="rect">
            <a:avLst/>
          </a:prstGeom>
          <a:noFill/>
          <a:ln>
            <a:noFill/>
          </a:ln>
        </p:spPr>
      </p:sp>
      <p:sp>
        <p:nvSpPr>
          <p:cNvPr id="97" name="Google Shape;97;p11"/>
          <p:cNvSpPr/>
          <p:nvPr/>
        </p:nvSpPr>
        <p:spPr>
          <a:xfrm>
            <a:off x="1574750" y="0"/>
            <a:ext cx="7569300" cy="282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1"/>
          <p:cNvSpPr/>
          <p:nvPr>
            <p:ph idx="3" type="pic"/>
          </p:nvPr>
        </p:nvSpPr>
        <p:spPr>
          <a:xfrm>
            <a:off x="7477550" y="1673825"/>
            <a:ext cx="1399500" cy="933300"/>
          </a:xfrm>
          <a:prstGeom prst="rect">
            <a:avLst/>
          </a:prstGeom>
          <a:noFill/>
          <a:ln>
            <a:noFill/>
          </a:ln>
        </p:spPr>
      </p:sp>
      <p:sp>
        <p:nvSpPr>
          <p:cNvPr id="99" name="Google Shape;99;p11"/>
          <p:cNvSpPr/>
          <p:nvPr>
            <p:ph idx="4" type="pic"/>
          </p:nvPr>
        </p:nvSpPr>
        <p:spPr>
          <a:xfrm>
            <a:off x="7477550" y="2683325"/>
            <a:ext cx="1399500" cy="933300"/>
          </a:xfrm>
          <a:prstGeom prst="rect">
            <a:avLst/>
          </a:prstGeom>
          <a:noFill/>
          <a:ln>
            <a:noFill/>
          </a:ln>
        </p:spPr>
      </p:sp>
      <p:sp>
        <p:nvSpPr>
          <p:cNvPr id="100" name="Google Shape;100;p11"/>
          <p:cNvSpPr/>
          <p:nvPr>
            <p:ph idx="5" type="pic"/>
          </p:nvPr>
        </p:nvSpPr>
        <p:spPr>
          <a:xfrm>
            <a:off x="7477550" y="3692825"/>
            <a:ext cx="1399500" cy="933300"/>
          </a:xfrm>
          <a:prstGeom prst="rect">
            <a:avLst/>
          </a:prstGeom>
          <a:noFill/>
          <a:ln>
            <a:noFill/>
          </a:ln>
        </p:spPr>
      </p:sp>
      <p:sp>
        <p:nvSpPr>
          <p:cNvPr id="101" name="Google Shape;101;p11"/>
          <p:cNvSpPr/>
          <p:nvPr>
            <p:ph idx="6" type="pic"/>
          </p:nvPr>
        </p:nvSpPr>
        <p:spPr>
          <a:xfrm>
            <a:off x="6001850" y="664325"/>
            <a:ext cx="1399500" cy="933300"/>
          </a:xfrm>
          <a:prstGeom prst="rect">
            <a:avLst/>
          </a:prstGeom>
          <a:noFill/>
          <a:ln>
            <a:noFill/>
          </a:ln>
        </p:spPr>
      </p:sp>
      <p:sp>
        <p:nvSpPr>
          <p:cNvPr id="102" name="Google Shape;102;p11"/>
          <p:cNvSpPr/>
          <p:nvPr>
            <p:ph idx="7" type="pic"/>
          </p:nvPr>
        </p:nvSpPr>
        <p:spPr>
          <a:xfrm>
            <a:off x="6001850" y="1673825"/>
            <a:ext cx="1399500" cy="933300"/>
          </a:xfrm>
          <a:prstGeom prst="rect">
            <a:avLst/>
          </a:prstGeom>
          <a:noFill/>
          <a:ln>
            <a:noFill/>
          </a:ln>
        </p:spPr>
      </p:sp>
      <p:sp>
        <p:nvSpPr>
          <p:cNvPr id="103" name="Google Shape;103;p11"/>
          <p:cNvSpPr/>
          <p:nvPr>
            <p:ph idx="8" type="pic"/>
          </p:nvPr>
        </p:nvSpPr>
        <p:spPr>
          <a:xfrm>
            <a:off x="6001850" y="2683325"/>
            <a:ext cx="1399500" cy="933300"/>
          </a:xfrm>
          <a:prstGeom prst="rect">
            <a:avLst/>
          </a:prstGeom>
          <a:noFill/>
          <a:ln>
            <a:noFill/>
          </a:ln>
        </p:spPr>
      </p:sp>
      <p:sp>
        <p:nvSpPr>
          <p:cNvPr id="104" name="Google Shape;104;p11"/>
          <p:cNvSpPr/>
          <p:nvPr>
            <p:ph idx="9" type="pic"/>
          </p:nvPr>
        </p:nvSpPr>
        <p:spPr>
          <a:xfrm>
            <a:off x="6001850" y="3692825"/>
            <a:ext cx="1399500" cy="933300"/>
          </a:xfrm>
          <a:prstGeom prst="rect">
            <a:avLst/>
          </a:prstGeom>
          <a:noFill/>
          <a:ln>
            <a:noFill/>
          </a:ln>
        </p:spPr>
      </p:sp>
      <p:sp>
        <p:nvSpPr>
          <p:cNvPr id="105" name="Google Shape;105;p11"/>
          <p:cNvSpPr/>
          <p:nvPr>
            <p:ph idx="13" type="pic"/>
          </p:nvPr>
        </p:nvSpPr>
        <p:spPr>
          <a:xfrm>
            <a:off x="4526150" y="664325"/>
            <a:ext cx="1399500" cy="933300"/>
          </a:xfrm>
          <a:prstGeom prst="rect">
            <a:avLst/>
          </a:prstGeom>
          <a:noFill/>
          <a:ln>
            <a:noFill/>
          </a:ln>
        </p:spPr>
      </p:sp>
      <p:sp>
        <p:nvSpPr>
          <p:cNvPr id="106" name="Google Shape;106;p11"/>
          <p:cNvSpPr/>
          <p:nvPr>
            <p:ph idx="14" type="pic"/>
          </p:nvPr>
        </p:nvSpPr>
        <p:spPr>
          <a:xfrm>
            <a:off x="4526150" y="1673825"/>
            <a:ext cx="1399500" cy="933300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11"/>
          <p:cNvSpPr/>
          <p:nvPr>
            <p:ph idx="15" type="pic"/>
          </p:nvPr>
        </p:nvSpPr>
        <p:spPr>
          <a:xfrm>
            <a:off x="4526150" y="2683325"/>
            <a:ext cx="1399500" cy="9333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11"/>
          <p:cNvSpPr/>
          <p:nvPr>
            <p:ph idx="16" type="pic"/>
          </p:nvPr>
        </p:nvSpPr>
        <p:spPr>
          <a:xfrm>
            <a:off x="4526150" y="3692825"/>
            <a:ext cx="1399500" cy="9333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11"/>
          <p:cNvSpPr/>
          <p:nvPr>
            <p:ph idx="17" type="pic"/>
          </p:nvPr>
        </p:nvSpPr>
        <p:spPr>
          <a:xfrm>
            <a:off x="3048000" y="664325"/>
            <a:ext cx="1399500" cy="933300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11"/>
          <p:cNvSpPr/>
          <p:nvPr>
            <p:ph idx="18" type="pic"/>
          </p:nvPr>
        </p:nvSpPr>
        <p:spPr>
          <a:xfrm>
            <a:off x="3048000" y="1673825"/>
            <a:ext cx="1399500" cy="933300"/>
          </a:xfrm>
          <a:prstGeom prst="rect">
            <a:avLst/>
          </a:prstGeom>
          <a:noFill/>
          <a:ln>
            <a:noFill/>
          </a:ln>
        </p:spPr>
      </p:sp>
      <p:sp>
        <p:nvSpPr>
          <p:cNvPr id="111" name="Google Shape;111;p11"/>
          <p:cNvSpPr/>
          <p:nvPr>
            <p:ph idx="19" type="pic"/>
          </p:nvPr>
        </p:nvSpPr>
        <p:spPr>
          <a:xfrm>
            <a:off x="3048000" y="2683325"/>
            <a:ext cx="1399500" cy="933300"/>
          </a:xfrm>
          <a:prstGeom prst="rect">
            <a:avLst/>
          </a:prstGeom>
          <a:noFill/>
          <a:ln>
            <a:noFill/>
          </a:ln>
        </p:spPr>
      </p:sp>
      <p:sp>
        <p:nvSpPr>
          <p:cNvPr id="112" name="Google Shape;112;p11"/>
          <p:cNvSpPr/>
          <p:nvPr>
            <p:ph idx="20" type="pic"/>
          </p:nvPr>
        </p:nvSpPr>
        <p:spPr>
          <a:xfrm>
            <a:off x="3048000" y="3692825"/>
            <a:ext cx="1399500" cy="933300"/>
          </a:xfrm>
          <a:prstGeom prst="rect">
            <a:avLst/>
          </a:prstGeom>
          <a:noFill/>
          <a:ln>
            <a:noFill/>
          </a:ln>
        </p:spPr>
      </p:sp>
      <p:sp>
        <p:nvSpPr>
          <p:cNvPr id="113" name="Google Shape;113;p11"/>
          <p:cNvSpPr/>
          <p:nvPr>
            <p:ph idx="21" type="pic"/>
          </p:nvPr>
        </p:nvSpPr>
        <p:spPr>
          <a:xfrm>
            <a:off x="1574750" y="664325"/>
            <a:ext cx="1399500" cy="933300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11"/>
          <p:cNvSpPr/>
          <p:nvPr>
            <p:ph idx="22" type="pic"/>
          </p:nvPr>
        </p:nvSpPr>
        <p:spPr>
          <a:xfrm>
            <a:off x="1574750" y="1673825"/>
            <a:ext cx="1399500" cy="933300"/>
          </a:xfrm>
          <a:prstGeom prst="rect">
            <a:avLst/>
          </a:prstGeom>
          <a:noFill/>
          <a:ln>
            <a:noFill/>
          </a:ln>
        </p:spPr>
      </p:sp>
      <p:sp>
        <p:nvSpPr>
          <p:cNvPr id="115" name="Google Shape;115;p11"/>
          <p:cNvSpPr/>
          <p:nvPr>
            <p:ph idx="23" type="pic"/>
          </p:nvPr>
        </p:nvSpPr>
        <p:spPr>
          <a:xfrm>
            <a:off x="1574750" y="2683325"/>
            <a:ext cx="1399500" cy="933300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11"/>
          <p:cNvSpPr/>
          <p:nvPr>
            <p:ph idx="24" type="pic"/>
          </p:nvPr>
        </p:nvSpPr>
        <p:spPr>
          <a:xfrm>
            <a:off x="1574750" y="3692825"/>
            <a:ext cx="1399500" cy="933300"/>
          </a:xfrm>
          <a:prstGeom prst="rect">
            <a:avLst/>
          </a:prstGeom>
          <a:noFill/>
          <a:ln>
            <a:noFill/>
          </a:ln>
        </p:spPr>
      </p:sp>
      <p:sp>
        <p:nvSpPr>
          <p:cNvPr id="117" name="Google Shape;117;p11"/>
          <p:cNvSpPr/>
          <p:nvPr/>
        </p:nvSpPr>
        <p:spPr>
          <a:xfrm>
            <a:off x="0" y="0"/>
            <a:ext cx="1574700" cy="2826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GRAY</a:t>
            </a:r>
            <a:endParaRPr b="1" sz="8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8" name="Google Shape;118;p11"/>
          <p:cNvSpPr/>
          <p:nvPr/>
        </p:nvSpPr>
        <p:spPr>
          <a:xfrm>
            <a:off x="6001850" y="0"/>
            <a:ext cx="3142200" cy="28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182875" spcFirstLastPara="1" rIns="18287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PK PROPS CATALOG ( TAKEOUT )</a:t>
            </a:r>
            <a:endParaRPr b="1" sz="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orient="horz" pos="792">
          <p15:clr>
            <a:srgbClr val="FA7B17"/>
          </p15:clr>
        </p15:guide>
        <p15:guide id="4" pos="288">
          <p15:clr>
            <a:srgbClr val="FA7B17"/>
          </p15:clr>
        </p15:guide>
        <p15:guide id="5" pos="1152">
          <p15:clr>
            <a:srgbClr val="FA7B17"/>
          </p15:clr>
        </p15:guide>
        <p15:guide id="6" pos="2016">
          <p15:clr>
            <a:srgbClr val="FA7B17"/>
          </p15:clr>
        </p15:guide>
        <p15:guide id="7" pos="3744">
          <p15:clr>
            <a:srgbClr val="FA7B17"/>
          </p15:clr>
        </p15:guide>
        <p15:guide id="8" pos="4608">
          <p15:clr>
            <a:srgbClr val="FA7B17"/>
          </p15:clr>
        </p15:guide>
        <p15:guide id="9" pos="5472">
          <p15:clr>
            <a:srgbClr val="FA7B17"/>
          </p15:clr>
        </p15:guide>
        <p15:guide id="10" orient="horz" pos="2448">
          <p15:clr>
            <a:srgbClr val="FA7B17"/>
          </p15:clr>
        </p15:guide>
        <p15:guide id="11" orient="horz" pos="290">
          <p15:clr>
            <a:srgbClr val="FA7B17"/>
          </p15:clr>
        </p15:guide>
        <p15:guide id="12" orient="horz" pos="2950">
          <p15:clr>
            <a:srgbClr val="FA7B17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— Black">
  <p:cSld name="TITLE_AND_BODY_1_1_2_1_1_1_4_1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2"/>
          <p:cNvSpPr txBox="1"/>
          <p:nvPr>
            <p:ph type="title"/>
          </p:nvPr>
        </p:nvSpPr>
        <p:spPr>
          <a:xfrm>
            <a:off x="205225" y="582850"/>
            <a:ext cx="1159200" cy="20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PT Sans"/>
                <a:ea typeface="PT Sans"/>
                <a:cs typeface="PT Sans"/>
                <a:sym typeface="PT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PT Sans"/>
                <a:ea typeface="PT Sans"/>
                <a:cs typeface="PT Sans"/>
                <a:sym typeface="PT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PT Sans"/>
                <a:ea typeface="PT Sans"/>
                <a:cs typeface="PT Sans"/>
                <a:sym typeface="PT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PT Sans"/>
                <a:ea typeface="PT Sans"/>
                <a:cs typeface="PT Sans"/>
                <a:sym typeface="PT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PT Sans"/>
                <a:ea typeface="PT Sans"/>
                <a:cs typeface="PT Sans"/>
                <a:sym typeface="PT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PT Sans"/>
                <a:ea typeface="PT Sans"/>
                <a:cs typeface="PT Sans"/>
                <a:sym typeface="PT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PT Sans"/>
                <a:ea typeface="PT Sans"/>
                <a:cs typeface="PT Sans"/>
                <a:sym typeface="PT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21" name="Google Shape;121;p12"/>
          <p:cNvSpPr/>
          <p:nvPr>
            <p:ph idx="2" type="pic"/>
          </p:nvPr>
        </p:nvSpPr>
        <p:spPr>
          <a:xfrm>
            <a:off x="7477550" y="664325"/>
            <a:ext cx="1399500" cy="933300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12"/>
          <p:cNvSpPr/>
          <p:nvPr/>
        </p:nvSpPr>
        <p:spPr>
          <a:xfrm>
            <a:off x="1574750" y="0"/>
            <a:ext cx="7569300" cy="282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2"/>
          <p:cNvSpPr/>
          <p:nvPr>
            <p:ph idx="3" type="pic"/>
          </p:nvPr>
        </p:nvSpPr>
        <p:spPr>
          <a:xfrm>
            <a:off x="7477550" y="1673825"/>
            <a:ext cx="1399500" cy="933300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12"/>
          <p:cNvSpPr/>
          <p:nvPr>
            <p:ph idx="4" type="pic"/>
          </p:nvPr>
        </p:nvSpPr>
        <p:spPr>
          <a:xfrm>
            <a:off x="7477550" y="2683325"/>
            <a:ext cx="1399500" cy="93330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12"/>
          <p:cNvSpPr/>
          <p:nvPr>
            <p:ph idx="5" type="pic"/>
          </p:nvPr>
        </p:nvSpPr>
        <p:spPr>
          <a:xfrm>
            <a:off x="7477550" y="3692825"/>
            <a:ext cx="1399500" cy="933300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12"/>
          <p:cNvSpPr/>
          <p:nvPr>
            <p:ph idx="6" type="pic"/>
          </p:nvPr>
        </p:nvSpPr>
        <p:spPr>
          <a:xfrm>
            <a:off x="6001850" y="664325"/>
            <a:ext cx="1399500" cy="933300"/>
          </a:xfrm>
          <a:prstGeom prst="rect">
            <a:avLst/>
          </a:prstGeom>
          <a:noFill/>
          <a:ln>
            <a:noFill/>
          </a:ln>
        </p:spPr>
      </p:sp>
      <p:sp>
        <p:nvSpPr>
          <p:cNvPr id="127" name="Google Shape;127;p12"/>
          <p:cNvSpPr/>
          <p:nvPr>
            <p:ph idx="7" type="pic"/>
          </p:nvPr>
        </p:nvSpPr>
        <p:spPr>
          <a:xfrm>
            <a:off x="6001850" y="1673825"/>
            <a:ext cx="1399500" cy="933300"/>
          </a:xfrm>
          <a:prstGeom prst="rect">
            <a:avLst/>
          </a:prstGeom>
          <a:noFill/>
          <a:ln>
            <a:noFill/>
          </a:ln>
        </p:spPr>
      </p:sp>
      <p:sp>
        <p:nvSpPr>
          <p:cNvPr id="128" name="Google Shape;128;p12"/>
          <p:cNvSpPr/>
          <p:nvPr>
            <p:ph idx="8" type="pic"/>
          </p:nvPr>
        </p:nvSpPr>
        <p:spPr>
          <a:xfrm>
            <a:off x="6001850" y="2683325"/>
            <a:ext cx="1399500" cy="933300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12"/>
          <p:cNvSpPr/>
          <p:nvPr>
            <p:ph idx="9" type="pic"/>
          </p:nvPr>
        </p:nvSpPr>
        <p:spPr>
          <a:xfrm>
            <a:off x="6001850" y="3692825"/>
            <a:ext cx="1399500" cy="933300"/>
          </a:xfrm>
          <a:prstGeom prst="rect">
            <a:avLst/>
          </a:prstGeom>
          <a:noFill/>
          <a:ln>
            <a:noFill/>
          </a:ln>
        </p:spPr>
      </p:sp>
      <p:sp>
        <p:nvSpPr>
          <p:cNvPr id="130" name="Google Shape;130;p12"/>
          <p:cNvSpPr/>
          <p:nvPr>
            <p:ph idx="13" type="pic"/>
          </p:nvPr>
        </p:nvSpPr>
        <p:spPr>
          <a:xfrm>
            <a:off x="4526150" y="664325"/>
            <a:ext cx="1399500" cy="933300"/>
          </a:xfrm>
          <a:prstGeom prst="rect">
            <a:avLst/>
          </a:prstGeom>
          <a:noFill/>
          <a:ln>
            <a:noFill/>
          </a:ln>
        </p:spPr>
      </p:sp>
      <p:sp>
        <p:nvSpPr>
          <p:cNvPr id="131" name="Google Shape;131;p12"/>
          <p:cNvSpPr/>
          <p:nvPr>
            <p:ph idx="14" type="pic"/>
          </p:nvPr>
        </p:nvSpPr>
        <p:spPr>
          <a:xfrm>
            <a:off x="4526150" y="1673825"/>
            <a:ext cx="1399500" cy="933300"/>
          </a:xfrm>
          <a:prstGeom prst="rect">
            <a:avLst/>
          </a:prstGeom>
          <a:noFill/>
          <a:ln>
            <a:noFill/>
          </a:ln>
        </p:spPr>
      </p:sp>
      <p:sp>
        <p:nvSpPr>
          <p:cNvPr id="132" name="Google Shape;132;p12"/>
          <p:cNvSpPr/>
          <p:nvPr>
            <p:ph idx="15" type="pic"/>
          </p:nvPr>
        </p:nvSpPr>
        <p:spPr>
          <a:xfrm>
            <a:off x="4526150" y="2683325"/>
            <a:ext cx="1399500" cy="933300"/>
          </a:xfrm>
          <a:prstGeom prst="rect">
            <a:avLst/>
          </a:prstGeom>
          <a:noFill/>
          <a:ln>
            <a:noFill/>
          </a:ln>
        </p:spPr>
      </p:sp>
      <p:sp>
        <p:nvSpPr>
          <p:cNvPr id="133" name="Google Shape;133;p12"/>
          <p:cNvSpPr/>
          <p:nvPr>
            <p:ph idx="16" type="pic"/>
          </p:nvPr>
        </p:nvSpPr>
        <p:spPr>
          <a:xfrm>
            <a:off x="4526150" y="3692825"/>
            <a:ext cx="1399500" cy="933300"/>
          </a:xfrm>
          <a:prstGeom prst="rect">
            <a:avLst/>
          </a:prstGeom>
          <a:noFill/>
          <a:ln>
            <a:noFill/>
          </a:ln>
        </p:spPr>
      </p:sp>
      <p:sp>
        <p:nvSpPr>
          <p:cNvPr id="134" name="Google Shape;134;p12"/>
          <p:cNvSpPr/>
          <p:nvPr>
            <p:ph idx="17" type="pic"/>
          </p:nvPr>
        </p:nvSpPr>
        <p:spPr>
          <a:xfrm>
            <a:off x="3048000" y="664325"/>
            <a:ext cx="1399500" cy="933300"/>
          </a:xfrm>
          <a:prstGeom prst="rect">
            <a:avLst/>
          </a:prstGeom>
          <a:noFill/>
          <a:ln>
            <a:noFill/>
          </a:ln>
        </p:spPr>
      </p:sp>
      <p:sp>
        <p:nvSpPr>
          <p:cNvPr id="135" name="Google Shape;135;p12"/>
          <p:cNvSpPr/>
          <p:nvPr>
            <p:ph idx="18" type="pic"/>
          </p:nvPr>
        </p:nvSpPr>
        <p:spPr>
          <a:xfrm>
            <a:off x="3048000" y="1673825"/>
            <a:ext cx="1399500" cy="933300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12"/>
          <p:cNvSpPr/>
          <p:nvPr>
            <p:ph idx="19" type="pic"/>
          </p:nvPr>
        </p:nvSpPr>
        <p:spPr>
          <a:xfrm>
            <a:off x="3048000" y="2683325"/>
            <a:ext cx="1399500" cy="933300"/>
          </a:xfrm>
          <a:prstGeom prst="rect">
            <a:avLst/>
          </a:prstGeom>
          <a:noFill/>
          <a:ln>
            <a:noFill/>
          </a:ln>
        </p:spPr>
      </p:sp>
      <p:sp>
        <p:nvSpPr>
          <p:cNvPr id="137" name="Google Shape;137;p12"/>
          <p:cNvSpPr/>
          <p:nvPr>
            <p:ph idx="20" type="pic"/>
          </p:nvPr>
        </p:nvSpPr>
        <p:spPr>
          <a:xfrm>
            <a:off x="3048000" y="3692825"/>
            <a:ext cx="1399500" cy="933300"/>
          </a:xfrm>
          <a:prstGeom prst="rect">
            <a:avLst/>
          </a:prstGeom>
          <a:noFill/>
          <a:ln>
            <a:noFill/>
          </a:ln>
        </p:spPr>
      </p:sp>
      <p:sp>
        <p:nvSpPr>
          <p:cNvPr id="138" name="Google Shape;138;p12"/>
          <p:cNvSpPr/>
          <p:nvPr>
            <p:ph idx="21" type="pic"/>
          </p:nvPr>
        </p:nvSpPr>
        <p:spPr>
          <a:xfrm>
            <a:off x="1574750" y="664325"/>
            <a:ext cx="1399500" cy="9333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p12"/>
          <p:cNvSpPr/>
          <p:nvPr>
            <p:ph idx="22" type="pic"/>
          </p:nvPr>
        </p:nvSpPr>
        <p:spPr>
          <a:xfrm>
            <a:off x="1574750" y="1673825"/>
            <a:ext cx="1399500" cy="933300"/>
          </a:xfrm>
          <a:prstGeom prst="rect">
            <a:avLst/>
          </a:prstGeom>
          <a:noFill/>
          <a:ln>
            <a:noFill/>
          </a:ln>
        </p:spPr>
      </p:sp>
      <p:sp>
        <p:nvSpPr>
          <p:cNvPr id="140" name="Google Shape;140;p12"/>
          <p:cNvSpPr/>
          <p:nvPr>
            <p:ph idx="23" type="pic"/>
          </p:nvPr>
        </p:nvSpPr>
        <p:spPr>
          <a:xfrm>
            <a:off x="1574750" y="2683325"/>
            <a:ext cx="1399500" cy="933300"/>
          </a:xfrm>
          <a:prstGeom prst="rect">
            <a:avLst/>
          </a:prstGeom>
          <a:noFill/>
          <a:ln>
            <a:noFill/>
          </a:ln>
        </p:spPr>
      </p:sp>
      <p:sp>
        <p:nvSpPr>
          <p:cNvPr id="141" name="Google Shape;141;p12"/>
          <p:cNvSpPr/>
          <p:nvPr>
            <p:ph idx="24" type="pic"/>
          </p:nvPr>
        </p:nvSpPr>
        <p:spPr>
          <a:xfrm>
            <a:off x="1574750" y="3692825"/>
            <a:ext cx="1399500" cy="933300"/>
          </a:xfrm>
          <a:prstGeom prst="rect">
            <a:avLst/>
          </a:prstGeom>
          <a:noFill/>
          <a:ln>
            <a:noFill/>
          </a:ln>
        </p:spPr>
      </p:sp>
      <p:sp>
        <p:nvSpPr>
          <p:cNvPr id="142" name="Google Shape;142;p12"/>
          <p:cNvSpPr/>
          <p:nvPr/>
        </p:nvSpPr>
        <p:spPr>
          <a:xfrm>
            <a:off x="0" y="0"/>
            <a:ext cx="1574700" cy="2826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BLACK</a:t>
            </a:r>
            <a:endParaRPr b="1" sz="8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3" name="Google Shape;143;p12"/>
          <p:cNvSpPr/>
          <p:nvPr/>
        </p:nvSpPr>
        <p:spPr>
          <a:xfrm>
            <a:off x="6001850" y="0"/>
            <a:ext cx="3142200" cy="28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182875" spcFirstLastPara="1" rIns="18287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PK PROPS CATALOG ( TAKEOUT )</a:t>
            </a:r>
            <a:endParaRPr b="1" sz="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orient="horz" pos="792">
          <p15:clr>
            <a:srgbClr val="FA7B17"/>
          </p15:clr>
        </p15:guide>
        <p15:guide id="4" pos="288">
          <p15:clr>
            <a:srgbClr val="FA7B17"/>
          </p15:clr>
        </p15:guide>
        <p15:guide id="5" pos="1152">
          <p15:clr>
            <a:srgbClr val="FA7B17"/>
          </p15:clr>
        </p15:guide>
        <p15:guide id="6" pos="2016">
          <p15:clr>
            <a:srgbClr val="FA7B17"/>
          </p15:clr>
        </p15:guide>
        <p15:guide id="7" pos="3744">
          <p15:clr>
            <a:srgbClr val="FA7B17"/>
          </p15:clr>
        </p15:guide>
        <p15:guide id="8" pos="4608">
          <p15:clr>
            <a:srgbClr val="FA7B17"/>
          </p15:clr>
        </p15:guide>
        <p15:guide id="9" pos="5472">
          <p15:clr>
            <a:srgbClr val="FA7B17"/>
          </p15:clr>
        </p15:guide>
        <p15:guide id="10" orient="horz" pos="2448">
          <p15:clr>
            <a:srgbClr val="FA7B17"/>
          </p15:clr>
        </p15:guide>
        <p15:guide id="11" orient="horz" pos="290">
          <p15:clr>
            <a:srgbClr val="FA7B17"/>
          </p15:clr>
        </p15:guide>
        <p15:guide id="12" orient="horz" pos="2950">
          <p15:clr>
            <a:srgbClr val="FA7B17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— Beige">
  <p:cSld name="TITLE_AND_BODY_1_1_2_1_1_1_3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3"/>
          <p:cNvSpPr txBox="1"/>
          <p:nvPr>
            <p:ph type="title"/>
          </p:nvPr>
        </p:nvSpPr>
        <p:spPr>
          <a:xfrm>
            <a:off x="205225" y="582850"/>
            <a:ext cx="1159200" cy="20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PT Sans"/>
                <a:ea typeface="PT Sans"/>
                <a:cs typeface="PT Sans"/>
                <a:sym typeface="PT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PT Sans"/>
                <a:ea typeface="PT Sans"/>
                <a:cs typeface="PT Sans"/>
                <a:sym typeface="PT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PT Sans"/>
                <a:ea typeface="PT Sans"/>
                <a:cs typeface="PT Sans"/>
                <a:sym typeface="PT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PT Sans"/>
                <a:ea typeface="PT Sans"/>
                <a:cs typeface="PT Sans"/>
                <a:sym typeface="PT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PT Sans"/>
                <a:ea typeface="PT Sans"/>
                <a:cs typeface="PT Sans"/>
                <a:sym typeface="PT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PT Sans"/>
                <a:ea typeface="PT Sans"/>
                <a:cs typeface="PT Sans"/>
                <a:sym typeface="PT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PT Sans"/>
                <a:ea typeface="PT Sans"/>
                <a:cs typeface="PT Sans"/>
                <a:sym typeface="PT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46" name="Google Shape;146;p13"/>
          <p:cNvSpPr/>
          <p:nvPr>
            <p:ph idx="2" type="pic"/>
          </p:nvPr>
        </p:nvSpPr>
        <p:spPr>
          <a:xfrm>
            <a:off x="7477550" y="664325"/>
            <a:ext cx="1399500" cy="933300"/>
          </a:xfrm>
          <a:prstGeom prst="rect">
            <a:avLst/>
          </a:prstGeom>
          <a:noFill/>
          <a:ln>
            <a:noFill/>
          </a:ln>
        </p:spPr>
      </p:sp>
      <p:sp>
        <p:nvSpPr>
          <p:cNvPr id="147" name="Google Shape;147;p13"/>
          <p:cNvSpPr/>
          <p:nvPr/>
        </p:nvSpPr>
        <p:spPr>
          <a:xfrm>
            <a:off x="1574750" y="0"/>
            <a:ext cx="7569300" cy="282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3"/>
          <p:cNvSpPr/>
          <p:nvPr>
            <p:ph idx="3" type="pic"/>
          </p:nvPr>
        </p:nvSpPr>
        <p:spPr>
          <a:xfrm>
            <a:off x="7477550" y="1673825"/>
            <a:ext cx="1399500" cy="933300"/>
          </a:xfrm>
          <a:prstGeom prst="rect">
            <a:avLst/>
          </a:prstGeom>
          <a:noFill/>
          <a:ln>
            <a:noFill/>
          </a:ln>
        </p:spPr>
      </p:sp>
      <p:sp>
        <p:nvSpPr>
          <p:cNvPr id="149" name="Google Shape;149;p13"/>
          <p:cNvSpPr/>
          <p:nvPr>
            <p:ph idx="4" type="pic"/>
          </p:nvPr>
        </p:nvSpPr>
        <p:spPr>
          <a:xfrm>
            <a:off x="7477550" y="2683325"/>
            <a:ext cx="1399500" cy="933300"/>
          </a:xfrm>
          <a:prstGeom prst="rect">
            <a:avLst/>
          </a:prstGeom>
          <a:noFill/>
          <a:ln>
            <a:noFill/>
          </a:ln>
        </p:spPr>
      </p:sp>
      <p:sp>
        <p:nvSpPr>
          <p:cNvPr id="150" name="Google Shape;150;p13"/>
          <p:cNvSpPr/>
          <p:nvPr>
            <p:ph idx="5" type="pic"/>
          </p:nvPr>
        </p:nvSpPr>
        <p:spPr>
          <a:xfrm>
            <a:off x="7477550" y="3692825"/>
            <a:ext cx="1399500" cy="933300"/>
          </a:xfrm>
          <a:prstGeom prst="rect">
            <a:avLst/>
          </a:prstGeom>
          <a:noFill/>
          <a:ln>
            <a:noFill/>
          </a:ln>
        </p:spPr>
      </p:sp>
      <p:sp>
        <p:nvSpPr>
          <p:cNvPr id="151" name="Google Shape;151;p13"/>
          <p:cNvSpPr/>
          <p:nvPr>
            <p:ph idx="6" type="pic"/>
          </p:nvPr>
        </p:nvSpPr>
        <p:spPr>
          <a:xfrm>
            <a:off x="6001850" y="664325"/>
            <a:ext cx="1399500" cy="933300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13"/>
          <p:cNvSpPr/>
          <p:nvPr>
            <p:ph idx="7" type="pic"/>
          </p:nvPr>
        </p:nvSpPr>
        <p:spPr>
          <a:xfrm>
            <a:off x="6001850" y="1673825"/>
            <a:ext cx="1399500" cy="933300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13"/>
          <p:cNvSpPr/>
          <p:nvPr>
            <p:ph idx="8" type="pic"/>
          </p:nvPr>
        </p:nvSpPr>
        <p:spPr>
          <a:xfrm>
            <a:off x="6001850" y="2683325"/>
            <a:ext cx="1399500" cy="933300"/>
          </a:xfrm>
          <a:prstGeom prst="rect">
            <a:avLst/>
          </a:prstGeom>
          <a:noFill/>
          <a:ln>
            <a:noFill/>
          </a:ln>
        </p:spPr>
      </p:sp>
      <p:sp>
        <p:nvSpPr>
          <p:cNvPr id="154" name="Google Shape;154;p13"/>
          <p:cNvSpPr/>
          <p:nvPr>
            <p:ph idx="9" type="pic"/>
          </p:nvPr>
        </p:nvSpPr>
        <p:spPr>
          <a:xfrm>
            <a:off x="6001850" y="3692825"/>
            <a:ext cx="1399500" cy="9333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13"/>
          <p:cNvSpPr/>
          <p:nvPr>
            <p:ph idx="13" type="pic"/>
          </p:nvPr>
        </p:nvSpPr>
        <p:spPr>
          <a:xfrm>
            <a:off x="4526150" y="664325"/>
            <a:ext cx="1399500" cy="933300"/>
          </a:xfrm>
          <a:prstGeom prst="rect">
            <a:avLst/>
          </a:prstGeom>
          <a:noFill/>
          <a:ln>
            <a:noFill/>
          </a:ln>
        </p:spPr>
      </p:sp>
      <p:sp>
        <p:nvSpPr>
          <p:cNvPr id="156" name="Google Shape;156;p13"/>
          <p:cNvSpPr/>
          <p:nvPr>
            <p:ph idx="14" type="pic"/>
          </p:nvPr>
        </p:nvSpPr>
        <p:spPr>
          <a:xfrm>
            <a:off x="4526150" y="1673825"/>
            <a:ext cx="1399500" cy="933300"/>
          </a:xfrm>
          <a:prstGeom prst="rect">
            <a:avLst/>
          </a:prstGeom>
          <a:noFill/>
          <a:ln>
            <a:noFill/>
          </a:ln>
        </p:spPr>
      </p:sp>
      <p:sp>
        <p:nvSpPr>
          <p:cNvPr id="157" name="Google Shape;157;p13"/>
          <p:cNvSpPr/>
          <p:nvPr>
            <p:ph idx="15" type="pic"/>
          </p:nvPr>
        </p:nvSpPr>
        <p:spPr>
          <a:xfrm>
            <a:off x="4526150" y="2683325"/>
            <a:ext cx="1399500" cy="933300"/>
          </a:xfrm>
          <a:prstGeom prst="rect">
            <a:avLst/>
          </a:prstGeom>
          <a:noFill/>
          <a:ln>
            <a:noFill/>
          </a:ln>
        </p:spPr>
      </p:sp>
      <p:sp>
        <p:nvSpPr>
          <p:cNvPr id="158" name="Google Shape;158;p13"/>
          <p:cNvSpPr/>
          <p:nvPr>
            <p:ph idx="16" type="pic"/>
          </p:nvPr>
        </p:nvSpPr>
        <p:spPr>
          <a:xfrm>
            <a:off x="4526150" y="3692825"/>
            <a:ext cx="1399500" cy="933300"/>
          </a:xfrm>
          <a:prstGeom prst="rect">
            <a:avLst/>
          </a:prstGeom>
          <a:noFill/>
          <a:ln>
            <a:noFill/>
          </a:ln>
        </p:spPr>
      </p:sp>
      <p:sp>
        <p:nvSpPr>
          <p:cNvPr id="159" name="Google Shape;159;p13"/>
          <p:cNvSpPr/>
          <p:nvPr>
            <p:ph idx="17" type="pic"/>
          </p:nvPr>
        </p:nvSpPr>
        <p:spPr>
          <a:xfrm>
            <a:off x="3048000" y="664325"/>
            <a:ext cx="1399500" cy="933300"/>
          </a:xfrm>
          <a:prstGeom prst="rect">
            <a:avLst/>
          </a:prstGeom>
          <a:noFill/>
          <a:ln>
            <a:noFill/>
          </a:ln>
        </p:spPr>
      </p:sp>
      <p:sp>
        <p:nvSpPr>
          <p:cNvPr id="160" name="Google Shape;160;p13"/>
          <p:cNvSpPr/>
          <p:nvPr>
            <p:ph idx="18" type="pic"/>
          </p:nvPr>
        </p:nvSpPr>
        <p:spPr>
          <a:xfrm>
            <a:off x="3048000" y="1673825"/>
            <a:ext cx="1399500" cy="933300"/>
          </a:xfrm>
          <a:prstGeom prst="rect">
            <a:avLst/>
          </a:prstGeom>
          <a:noFill/>
          <a:ln>
            <a:noFill/>
          </a:ln>
        </p:spPr>
      </p:sp>
      <p:sp>
        <p:nvSpPr>
          <p:cNvPr id="161" name="Google Shape;161;p13"/>
          <p:cNvSpPr/>
          <p:nvPr>
            <p:ph idx="19" type="pic"/>
          </p:nvPr>
        </p:nvSpPr>
        <p:spPr>
          <a:xfrm>
            <a:off x="3048000" y="2683325"/>
            <a:ext cx="1399500" cy="933300"/>
          </a:xfrm>
          <a:prstGeom prst="rect">
            <a:avLst/>
          </a:prstGeom>
          <a:noFill/>
          <a:ln>
            <a:noFill/>
          </a:ln>
        </p:spPr>
      </p:sp>
      <p:sp>
        <p:nvSpPr>
          <p:cNvPr id="162" name="Google Shape;162;p13"/>
          <p:cNvSpPr/>
          <p:nvPr>
            <p:ph idx="20" type="pic"/>
          </p:nvPr>
        </p:nvSpPr>
        <p:spPr>
          <a:xfrm>
            <a:off x="3048000" y="3692825"/>
            <a:ext cx="1399500" cy="933300"/>
          </a:xfrm>
          <a:prstGeom prst="rect">
            <a:avLst/>
          </a:prstGeom>
          <a:noFill/>
          <a:ln>
            <a:noFill/>
          </a:ln>
        </p:spPr>
      </p:sp>
      <p:sp>
        <p:nvSpPr>
          <p:cNvPr id="163" name="Google Shape;163;p13"/>
          <p:cNvSpPr/>
          <p:nvPr>
            <p:ph idx="21" type="pic"/>
          </p:nvPr>
        </p:nvSpPr>
        <p:spPr>
          <a:xfrm>
            <a:off x="1574750" y="664325"/>
            <a:ext cx="1399500" cy="933300"/>
          </a:xfrm>
          <a:prstGeom prst="rect">
            <a:avLst/>
          </a:prstGeom>
          <a:noFill/>
          <a:ln>
            <a:noFill/>
          </a:ln>
        </p:spPr>
      </p:sp>
      <p:sp>
        <p:nvSpPr>
          <p:cNvPr id="164" name="Google Shape;164;p13"/>
          <p:cNvSpPr/>
          <p:nvPr>
            <p:ph idx="22" type="pic"/>
          </p:nvPr>
        </p:nvSpPr>
        <p:spPr>
          <a:xfrm>
            <a:off x="1574750" y="1673825"/>
            <a:ext cx="1399500" cy="933300"/>
          </a:xfrm>
          <a:prstGeom prst="rect">
            <a:avLst/>
          </a:prstGeom>
          <a:noFill/>
          <a:ln>
            <a:noFill/>
          </a:ln>
        </p:spPr>
      </p:sp>
      <p:sp>
        <p:nvSpPr>
          <p:cNvPr id="165" name="Google Shape;165;p13"/>
          <p:cNvSpPr/>
          <p:nvPr>
            <p:ph idx="23" type="pic"/>
          </p:nvPr>
        </p:nvSpPr>
        <p:spPr>
          <a:xfrm>
            <a:off x="1574750" y="2683325"/>
            <a:ext cx="1399500" cy="933300"/>
          </a:xfrm>
          <a:prstGeom prst="rect">
            <a:avLst/>
          </a:prstGeom>
          <a:noFill/>
          <a:ln>
            <a:noFill/>
          </a:ln>
        </p:spPr>
      </p:sp>
      <p:sp>
        <p:nvSpPr>
          <p:cNvPr id="166" name="Google Shape;166;p13"/>
          <p:cNvSpPr/>
          <p:nvPr>
            <p:ph idx="24" type="pic"/>
          </p:nvPr>
        </p:nvSpPr>
        <p:spPr>
          <a:xfrm>
            <a:off x="1574750" y="3692825"/>
            <a:ext cx="1399500" cy="933300"/>
          </a:xfrm>
          <a:prstGeom prst="rect">
            <a:avLst/>
          </a:prstGeom>
          <a:noFill/>
          <a:ln>
            <a:noFill/>
          </a:ln>
        </p:spPr>
      </p:sp>
      <p:sp>
        <p:nvSpPr>
          <p:cNvPr id="167" name="Google Shape;167;p13"/>
          <p:cNvSpPr/>
          <p:nvPr/>
        </p:nvSpPr>
        <p:spPr>
          <a:xfrm>
            <a:off x="0" y="0"/>
            <a:ext cx="795000" cy="282600"/>
          </a:xfrm>
          <a:prstGeom prst="rect">
            <a:avLst/>
          </a:prstGeom>
          <a:solidFill>
            <a:srgbClr val="E4CB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BEIGE</a:t>
            </a:r>
            <a:endParaRPr b="1" sz="8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8" name="Google Shape;168;p13"/>
          <p:cNvSpPr/>
          <p:nvPr/>
        </p:nvSpPr>
        <p:spPr>
          <a:xfrm>
            <a:off x="794900" y="0"/>
            <a:ext cx="779700" cy="282600"/>
          </a:xfrm>
          <a:prstGeom prst="rect">
            <a:avLst/>
          </a:prstGeom>
          <a:solidFill>
            <a:srgbClr val="783F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BROWN</a:t>
            </a:r>
            <a:endParaRPr b="1" sz="8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9" name="Google Shape;169;p13"/>
          <p:cNvSpPr/>
          <p:nvPr/>
        </p:nvSpPr>
        <p:spPr>
          <a:xfrm>
            <a:off x="6001850" y="0"/>
            <a:ext cx="3142200" cy="28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182875" spcFirstLastPara="1" rIns="18287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PK PROPS CATALOG ( TAKEOUT )</a:t>
            </a:r>
            <a:endParaRPr b="1" sz="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orient="horz" pos="792">
          <p15:clr>
            <a:srgbClr val="FA7B17"/>
          </p15:clr>
        </p15:guide>
        <p15:guide id="4" pos="288">
          <p15:clr>
            <a:srgbClr val="FA7B17"/>
          </p15:clr>
        </p15:guide>
        <p15:guide id="5" pos="1152">
          <p15:clr>
            <a:srgbClr val="FA7B17"/>
          </p15:clr>
        </p15:guide>
        <p15:guide id="6" pos="2016">
          <p15:clr>
            <a:srgbClr val="FA7B17"/>
          </p15:clr>
        </p15:guide>
        <p15:guide id="7" pos="3744">
          <p15:clr>
            <a:srgbClr val="FA7B17"/>
          </p15:clr>
        </p15:guide>
        <p15:guide id="8" pos="4608">
          <p15:clr>
            <a:srgbClr val="FA7B17"/>
          </p15:clr>
        </p15:guide>
        <p15:guide id="9" pos="5472">
          <p15:clr>
            <a:srgbClr val="FA7B17"/>
          </p15:clr>
        </p15:guide>
        <p15:guide id="10" orient="horz" pos="2448">
          <p15:clr>
            <a:srgbClr val="FA7B17"/>
          </p15:clr>
        </p15:guide>
        <p15:guide id="11" orient="horz" pos="290">
          <p15:clr>
            <a:srgbClr val="FA7B17"/>
          </p15:clr>
        </p15:guide>
        <p15:guide id="12" orient="horz" pos="2950">
          <p15:clr>
            <a:srgbClr val="FA7B17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rlow Semi Condensed"/>
              <a:buNone/>
              <a:defRPr sz="2800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rlow Semi Condensed"/>
              <a:buNone/>
              <a:defRPr sz="2800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rlow Semi Condensed"/>
              <a:buNone/>
              <a:defRPr sz="2800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rlow Semi Condensed"/>
              <a:buNone/>
              <a:defRPr sz="2800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rlow Semi Condensed"/>
              <a:buNone/>
              <a:defRPr sz="2800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rlow Semi Condensed"/>
              <a:buNone/>
              <a:defRPr sz="2800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rlow Semi Condensed"/>
              <a:buNone/>
              <a:defRPr sz="2800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rlow Semi Condensed"/>
              <a:buNone/>
              <a:defRPr sz="2800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rlow Semi Condensed"/>
              <a:buNone/>
              <a:defRPr sz="2800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PT Sans"/>
              <a:buChar char="●"/>
              <a:defRPr sz="1000">
                <a:latin typeface="PT Sans"/>
                <a:ea typeface="PT Sans"/>
                <a:cs typeface="PT Sans"/>
                <a:sym typeface="PT Sans"/>
              </a:defRPr>
            </a:lvl1pPr>
            <a:lvl2pPr indent="-292100" lvl="1" marL="914400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PT Sans"/>
              <a:buChar char="○"/>
              <a:defRPr sz="1000">
                <a:latin typeface="PT Sans"/>
                <a:ea typeface="PT Sans"/>
                <a:cs typeface="PT Sans"/>
                <a:sym typeface="PT Sans"/>
              </a:defRPr>
            </a:lvl2pPr>
            <a:lvl3pPr indent="-292100" lvl="2" marL="1371600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PT Sans"/>
              <a:buChar char="■"/>
              <a:defRPr sz="1000">
                <a:latin typeface="PT Sans"/>
                <a:ea typeface="PT Sans"/>
                <a:cs typeface="PT Sans"/>
                <a:sym typeface="PT Sans"/>
              </a:defRPr>
            </a:lvl3pPr>
            <a:lvl4pPr indent="-292100" lvl="3" marL="1828800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PT Sans"/>
              <a:buChar char="●"/>
              <a:defRPr sz="1000">
                <a:latin typeface="PT Sans"/>
                <a:ea typeface="PT Sans"/>
                <a:cs typeface="PT Sans"/>
                <a:sym typeface="PT Sans"/>
              </a:defRPr>
            </a:lvl4pPr>
            <a:lvl5pPr indent="-292100" lvl="4" marL="2286000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PT Sans"/>
              <a:buChar char="○"/>
              <a:defRPr sz="1000">
                <a:latin typeface="PT Sans"/>
                <a:ea typeface="PT Sans"/>
                <a:cs typeface="PT Sans"/>
                <a:sym typeface="PT Sans"/>
              </a:defRPr>
            </a:lvl5pPr>
            <a:lvl6pPr indent="-292100" lvl="5" marL="2743200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PT Sans"/>
              <a:buChar char="■"/>
              <a:defRPr sz="1000">
                <a:latin typeface="PT Sans"/>
                <a:ea typeface="PT Sans"/>
                <a:cs typeface="PT Sans"/>
                <a:sym typeface="PT Sans"/>
              </a:defRPr>
            </a:lvl6pPr>
            <a:lvl7pPr indent="-292100" lvl="6" marL="3200400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PT Sans"/>
              <a:buChar char="●"/>
              <a:defRPr sz="1000">
                <a:latin typeface="PT Sans"/>
                <a:ea typeface="PT Sans"/>
                <a:cs typeface="PT Sans"/>
                <a:sym typeface="PT Sans"/>
              </a:defRPr>
            </a:lvl7pPr>
            <a:lvl8pPr indent="-292100" lvl="7" marL="3657600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PT Sans"/>
              <a:buChar char="○"/>
              <a:defRPr sz="1000">
                <a:latin typeface="PT Sans"/>
                <a:ea typeface="PT Sans"/>
                <a:cs typeface="PT Sans"/>
                <a:sym typeface="PT Sans"/>
              </a:defRPr>
            </a:lvl8pPr>
            <a:lvl9pPr indent="-292100" lvl="8" marL="4114800" rtl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SzPts val="1000"/>
              <a:buFont typeface="PT Sans"/>
              <a:buChar char="■"/>
              <a:defRPr sz="10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0.jpg"/><Relationship Id="rId4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slide" Target="/ppt/slides/slide3.xml"/><Relationship Id="rId4" Type="http://schemas.openxmlformats.org/officeDocument/2006/relationships/slide" Target="/ppt/slides/slide10.xml"/><Relationship Id="rId5" Type="http://schemas.openxmlformats.org/officeDocument/2006/relationships/slide" Target="/ppt/slides/slide18.xml"/><Relationship Id="rId6" Type="http://schemas.openxmlformats.org/officeDocument/2006/relationships/slide" Target="/ppt/slides/slide2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slide" Target="/ppt/slides/slide4.xml"/><Relationship Id="rId4" Type="http://schemas.openxmlformats.org/officeDocument/2006/relationships/slide" Target="/ppt/slides/slide5.xml"/><Relationship Id="rId9" Type="http://schemas.openxmlformats.org/officeDocument/2006/relationships/slide" Target="/ppt/slides/slide2.xml"/><Relationship Id="rId5" Type="http://schemas.openxmlformats.org/officeDocument/2006/relationships/slide" Target="/ppt/slides/slide6.xml"/><Relationship Id="rId6" Type="http://schemas.openxmlformats.org/officeDocument/2006/relationships/slide" Target="/ppt/slides/slide7.xml"/><Relationship Id="rId7" Type="http://schemas.openxmlformats.org/officeDocument/2006/relationships/slide" Target="/ppt/slides/slide8.xml"/><Relationship Id="rId8" Type="http://schemas.openxmlformats.org/officeDocument/2006/relationships/slide" Target="/ppt/slides/slide9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slide" Target="/ppt/slides/slide2.xml"/><Relationship Id="rId4" Type="http://schemas.openxmlformats.org/officeDocument/2006/relationships/image" Target="../media/image19.jpg"/><Relationship Id="rId9" Type="http://schemas.openxmlformats.org/officeDocument/2006/relationships/image" Target="../media/image16.jpg"/><Relationship Id="rId5" Type="http://schemas.openxmlformats.org/officeDocument/2006/relationships/image" Target="../media/image17.jpg"/><Relationship Id="rId6" Type="http://schemas.openxmlformats.org/officeDocument/2006/relationships/image" Target="../media/image4.jpg"/><Relationship Id="rId7" Type="http://schemas.openxmlformats.org/officeDocument/2006/relationships/image" Target="../media/image6.jpg"/><Relationship Id="rId8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Relationship Id="rId3" Type="http://schemas.openxmlformats.org/officeDocument/2006/relationships/slide" Target="/ppt/slides/slide2.xml"/><Relationship Id="rId4" Type="http://schemas.openxmlformats.org/officeDocument/2006/relationships/image" Target="../media/image2.jpg"/><Relationship Id="rId5" Type="http://schemas.openxmlformats.org/officeDocument/2006/relationships/image" Target="../media/image14.jpg"/><Relationship Id="rId6" Type="http://schemas.openxmlformats.org/officeDocument/2006/relationships/image" Target="../media/image9.jpg"/><Relationship Id="rId7" Type="http://schemas.openxmlformats.org/officeDocument/2006/relationships/image" Target="../media/image1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slide" Target="/ppt/slides/slide2.xml"/><Relationship Id="rId4" Type="http://schemas.openxmlformats.org/officeDocument/2006/relationships/image" Target="../media/image8.jpg"/><Relationship Id="rId5" Type="http://schemas.openxmlformats.org/officeDocument/2006/relationships/image" Target="../media/image1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slide" Target="/ppt/slides/slide2.xml"/><Relationship Id="rId4" Type="http://schemas.openxmlformats.org/officeDocument/2006/relationships/image" Target="../media/image18.jpg"/><Relationship Id="rId5" Type="http://schemas.openxmlformats.org/officeDocument/2006/relationships/image" Target="../media/image13.jpg"/><Relationship Id="rId6" Type="http://schemas.openxmlformats.org/officeDocument/2006/relationships/image" Target="../media/image10.jp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25.jpg"/><Relationship Id="rId10" Type="http://schemas.openxmlformats.org/officeDocument/2006/relationships/image" Target="../media/image23.jp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slide" Target="/ppt/slides/slide2.xml"/><Relationship Id="rId4" Type="http://schemas.openxmlformats.org/officeDocument/2006/relationships/image" Target="../media/image7.jpg"/><Relationship Id="rId9" Type="http://schemas.openxmlformats.org/officeDocument/2006/relationships/image" Target="../media/image24.jpg"/><Relationship Id="rId5" Type="http://schemas.openxmlformats.org/officeDocument/2006/relationships/image" Target="../media/image12.jpg"/><Relationship Id="rId6" Type="http://schemas.openxmlformats.org/officeDocument/2006/relationships/image" Target="../media/image21.jpg"/><Relationship Id="rId7" Type="http://schemas.openxmlformats.org/officeDocument/2006/relationships/image" Target="../media/image22.jpg"/><Relationship Id="rId8" Type="http://schemas.openxmlformats.org/officeDocument/2006/relationships/image" Target="../media/image29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slide" Target="/ppt/slides/slide2.xml"/><Relationship Id="rId4" Type="http://schemas.openxmlformats.org/officeDocument/2006/relationships/image" Target="../media/image28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slide" Target="/ppt/slides/slide13.xml"/><Relationship Id="rId4" Type="http://schemas.openxmlformats.org/officeDocument/2006/relationships/slide" Target="/ppt/slides/slide14.xml"/><Relationship Id="rId5" Type="http://schemas.openxmlformats.org/officeDocument/2006/relationships/slide" Target="/ppt/slides/slide15.xml"/><Relationship Id="rId6" Type="http://schemas.openxmlformats.org/officeDocument/2006/relationships/slide" Target="/ppt/slides/slide16.xml"/><Relationship Id="rId7" Type="http://schemas.openxmlformats.org/officeDocument/2006/relationships/slide" Target="/ppt/slides/slide17.xml"/><Relationship Id="rId8" Type="http://schemas.openxmlformats.org/officeDocument/2006/relationships/slide" Target="/ppt/slides/slide2.xml"/></Relationships>
</file>

<file path=ppt/slides/_rels/slide11.xml.rels><?xml version="1.0" encoding="UTF-8" standalone="yes"?><Relationships xmlns="http://schemas.openxmlformats.org/package/2006/relationships"><Relationship Id="rId20" Type="http://schemas.openxmlformats.org/officeDocument/2006/relationships/image" Target="../media/image45.jpg"/><Relationship Id="rId11" Type="http://schemas.openxmlformats.org/officeDocument/2006/relationships/image" Target="../media/image37.jpg"/><Relationship Id="rId22" Type="http://schemas.openxmlformats.org/officeDocument/2006/relationships/slide" Target="/ppt/slides/slide2.xml"/><Relationship Id="rId10" Type="http://schemas.openxmlformats.org/officeDocument/2006/relationships/image" Target="../media/image32.jpg"/><Relationship Id="rId21" Type="http://schemas.openxmlformats.org/officeDocument/2006/relationships/image" Target="../media/image42.jpg"/><Relationship Id="rId13" Type="http://schemas.openxmlformats.org/officeDocument/2006/relationships/image" Target="../media/image33.jpg"/><Relationship Id="rId12" Type="http://schemas.openxmlformats.org/officeDocument/2006/relationships/image" Target="../media/image38.jpg"/><Relationship Id="rId23" Type="http://schemas.openxmlformats.org/officeDocument/2006/relationships/image" Target="../media/image43.jp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1.jpg"/><Relationship Id="rId4" Type="http://schemas.openxmlformats.org/officeDocument/2006/relationships/image" Target="../media/image27.jpg"/><Relationship Id="rId9" Type="http://schemas.openxmlformats.org/officeDocument/2006/relationships/image" Target="../media/image36.jpg"/><Relationship Id="rId15" Type="http://schemas.openxmlformats.org/officeDocument/2006/relationships/image" Target="../media/image40.jpg"/><Relationship Id="rId14" Type="http://schemas.openxmlformats.org/officeDocument/2006/relationships/image" Target="../media/image39.jpg"/><Relationship Id="rId17" Type="http://schemas.openxmlformats.org/officeDocument/2006/relationships/image" Target="../media/image47.jpg"/><Relationship Id="rId16" Type="http://schemas.openxmlformats.org/officeDocument/2006/relationships/image" Target="../media/image41.jpg"/><Relationship Id="rId5" Type="http://schemas.openxmlformats.org/officeDocument/2006/relationships/image" Target="../media/image26.jpg"/><Relationship Id="rId19" Type="http://schemas.openxmlformats.org/officeDocument/2006/relationships/image" Target="../media/image46.jpg"/><Relationship Id="rId6" Type="http://schemas.openxmlformats.org/officeDocument/2006/relationships/image" Target="../media/image35.jpg"/><Relationship Id="rId18" Type="http://schemas.openxmlformats.org/officeDocument/2006/relationships/image" Target="../media/image44.jpg"/><Relationship Id="rId7" Type="http://schemas.openxmlformats.org/officeDocument/2006/relationships/image" Target="../media/image34.jpg"/><Relationship Id="rId8" Type="http://schemas.openxmlformats.org/officeDocument/2006/relationships/image" Target="../media/image30.jpg"/></Relationships>
</file>

<file path=ppt/slides/_rels/slide12.xml.rels><?xml version="1.0" encoding="UTF-8" standalone="yes"?><Relationships xmlns="http://schemas.openxmlformats.org/package/2006/relationships"><Relationship Id="rId11" Type="http://schemas.openxmlformats.org/officeDocument/2006/relationships/slide" Target="/ppt/slides/slide2.xml"/><Relationship Id="rId10" Type="http://schemas.openxmlformats.org/officeDocument/2006/relationships/image" Target="../media/image56.jpg"/><Relationship Id="rId12" Type="http://schemas.openxmlformats.org/officeDocument/2006/relationships/image" Target="../media/image60.jp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0.jpg"/><Relationship Id="rId4" Type="http://schemas.openxmlformats.org/officeDocument/2006/relationships/image" Target="../media/image51.jpg"/><Relationship Id="rId9" Type="http://schemas.openxmlformats.org/officeDocument/2006/relationships/image" Target="../media/image52.jpg"/><Relationship Id="rId5" Type="http://schemas.openxmlformats.org/officeDocument/2006/relationships/image" Target="../media/image53.jpg"/><Relationship Id="rId6" Type="http://schemas.openxmlformats.org/officeDocument/2006/relationships/image" Target="../media/image48.jpg"/><Relationship Id="rId7" Type="http://schemas.openxmlformats.org/officeDocument/2006/relationships/image" Target="../media/image49.jpg"/><Relationship Id="rId8" Type="http://schemas.openxmlformats.org/officeDocument/2006/relationships/image" Target="../media/image58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slide" Target="/ppt/slides/slide2.xml"/><Relationship Id="rId4" Type="http://schemas.openxmlformats.org/officeDocument/2006/relationships/image" Target="../media/image54.jpg"/><Relationship Id="rId5" Type="http://schemas.openxmlformats.org/officeDocument/2006/relationships/image" Target="../media/image57.jpg"/><Relationship Id="rId6" Type="http://schemas.openxmlformats.org/officeDocument/2006/relationships/image" Target="../media/image59.jpg"/></Relationships>
</file>

<file path=ppt/slides/_rels/slide14.xml.rels><?xml version="1.0" encoding="UTF-8" standalone="yes"?><Relationships xmlns="http://schemas.openxmlformats.org/package/2006/relationships"><Relationship Id="rId11" Type="http://schemas.openxmlformats.org/officeDocument/2006/relationships/image" Target="../media/image65.jpg"/><Relationship Id="rId10" Type="http://schemas.openxmlformats.org/officeDocument/2006/relationships/image" Target="../media/image64.jp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slide" Target="/ppt/slides/slide2.xml"/><Relationship Id="rId4" Type="http://schemas.openxmlformats.org/officeDocument/2006/relationships/image" Target="../media/image55.jpg"/><Relationship Id="rId9" Type="http://schemas.openxmlformats.org/officeDocument/2006/relationships/image" Target="../media/image63.jpg"/><Relationship Id="rId5" Type="http://schemas.openxmlformats.org/officeDocument/2006/relationships/image" Target="../media/image61.jpg"/><Relationship Id="rId6" Type="http://schemas.openxmlformats.org/officeDocument/2006/relationships/image" Target="../media/image66.jpg"/><Relationship Id="rId7" Type="http://schemas.openxmlformats.org/officeDocument/2006/relationships/image" Target="../media/image62.jpg"/><Relationship Id="rId8" Type="http://schemas.openxmlformats.org/officeDocument/2006/relationships/image" Target="../media/image67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slide" Target="/ppt/slides/slide2.xml"/><Relationship Id="rId4" Type="http://schemas.openxmlformats.org/officeDocument/2006/relationships/image" Target="../media/image69.jpg"/><Relationship Id="rId5" Type="http://schemas.openxmlformats.org/officeDocument/2006/relationships/image" Target="../media/image70.jpg"/><Relationship Id="rId6" Type="http://schemas.openxmlformats.org/officeDocument/2006/relationships/image" Target="../media/image68.jpg"/></Relationships>
</file>

<file path=ppt/slides/_rels/slide16.xml.rels><?xml version="1.0" encoding="UTF-8" standalone="yes"?><Relationships xmlns="http://schemas.openxmlformats.org/package/2006/relationships"><Relationship Id="rId11" Type="http://schemas.openxmlformats.org/officeDocument/2006/relationships/image" Target="../media/image77.jpg"/><Relationship Id="rId10" Type="http://schemas.openxmlformats.org/officeDocument/2006/relationships/image" Target="../media/image80.jpg"/><Relationship Id="rId13" Type="http://schemas.openxmlformats.org/officeDocument/2006/relationships/image" Target="../media/image76.jpg"/><Relationship Id="rId12" Type="http://schemas.openxmlformats.org/officeDocument/2006/relationships/image" Target="../media/image81.jp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slide" Target="/ppt/slides/slide2.xml"/><Relationship Id="rId4" Type="http://schemas.openxmlformats.org/officeDocument/2006/relationships/image" Target="../media/image73.jpg"/><Relationship Id="rId9" Type="http://schemas.openxmlformats.org/officeDocument/2006/relationships/image" Target="../media/image78.jpg"/><Relationship Id="rId5" Type="http://schemas.openxmlformats.org/officeDocument/2006/relationships/image" Target="../media/image71.jpg"/><Relationship Id="rId6" Type="http://schemas.openxmlformats.org/officeDocument/2006/relationships/image" Target="../media/image72.jpg"/><Relationship Id="rId7" Type="http://schemas.openxmlformats.org/officeDocument/2006/relationships/image" Target="../media/image79.jpg"/><Relationship Id="rId8" Type="http://schemas.openxmlformats.org/officeDocument/2006/relationships/image" Target="../media/image75.jpg"/></Relationships>
</file>

<file path=ppt/slides/_rels/slide17.xml.rels><?xml version="1.0" encoding="UTF-8" standalone="yes"?><Relationships xmlns="http://schemas.openxmlformats.org/package/2006/relationships"><Relationship Id="rId10" Type="http://schemas.openxmlformats.org/officeDocument/2006/relationships/image" Target="../media/image86.jp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slide" Target="/ppt/slides/slide2.xml"/><Relationship Id="rId4" Type="http://schemas.openxmlformats.org/officeDocument/2006/relationships/image" Target="../media/image74.jpg"/><Relationship Id="rId9" Type="http://schemas.openxmlformats.org/officeDocument/2006/relationships/image" Target="../media/image89.jpg"/><Relationship Id="rId5" Type="http://schemas.openxmlformats.org/officeDocument/2006/relationships/image" Target="../media/image83.jpg"/><Relationship Id="rId6" Type="http://schemas.openxmlformats.org/officeDocument/2006/relationships/image" Target="../media/image84.jpg"/><Relationship Id="rId7" Type="http://schemas.openxmlformats.org/officeDocument/2006/relationships/image" Target="../media/image90.jpg"/><Relationship Id="rId8" Type="http://schemas.openxmlformats.org/officeDocument/2006/relationships/image" Target="../media/image88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slide" Target="/ppt/slides/slide19.xml"/><Relationship Id="rId4" Type="http://schemas.openxmlformats.org/officeDocument/2006/relationships/slide" Target="/ppt/slides/slide20.xml"/><Relationship Id="rId5" Type="http://schemas.openxmlformats.org/officeDocument/2006/relationships/slide" Target="/ppt/slides/slide21.xml"/><Relationship Id="rId6" Type="http://schemas.openxmlformats.org/officeDocument/2006/relationships/slide" Target="/ppt/slides/slide2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9.xml"/><Relationship Id="rId3" Type="http://schemas.openxmlformats.org/officeDocument/2006/relationships/slide" Target="/ppt/slides/slide2.xml"/><Relationship Id="rId4" Type="http://schemas.openxmlformats.org/officeDocument/2006/relationships/image" Target="../media/image82.jpg"/><Relationship Id="rId5" Type="http://schemas.openxmlformats.org/officeDocument/2006/relationships/image" Target="../media/image91.jpg"/><Relationship Id="rId6" Type="http://schemas.openxmlformats.org/officeDocument/2006/relationships/image" Target="../media/image85.jpg"/><Relationship Id="rId7" Type="http://schemas.openxmlformats.org/officeDocument/2006/relationships/image" Target="../media/image92.jpg"/><Relationship Id="rId8" Type="http://schemas.openxmlformats.org/officeDocument/2006/relationships/image" Target="../media/image87.jpg"/></Relationships>
</file>

<file path=ppt/slides/_rels/slide20.xml.rels><?xml version="1.0" encoding="UTF-8" standalone="yes"?><Relationships xmlns="http://schemas.openxmlformats.org/package/2006/relationships"><Relationship Id="rId11" Type="http://schemas.openxmlformats.org/officeDocument/2006/relationships/image" Target="../media/image100.jpg"/><Relationship Id="rId10" Type="http://schemas.openxmlformats.org/officeDocument/2006/relationships/image" Target="../media/image98.jpg"/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0.xml"/><Relationship Id="rId3" Type="http://schemas.openxmlformats.org/officeDocument/2006/relationships/slide" Target="/ppt/slides/slide2.xml"/><Relationship Id="rId4" Type="http://schemas.openxmlformats.org/officeDocument/2006/relationships/image" Target="../media/image93.jpg"/><Relationship Id="rId9" Type="http://schemas.openxmlformats.org/officeDocument/2006/relationships/image" Target="../media/image99.jpg"/><Relationship Id="rId5" Type="http://schemas.openxmlformats.org/officeDocument/2006/relationships/image" Target="../media/image97.jpg"/><Relationship Id="rId6" Type="http://schemas.openxmlformats.org/officeDocument/2006/relationships/image" Target="../media/image95.jpg"/><Relationship Id="rId7" Type="http://schemas.openxmlformats.org/officeDocument/2006/relationships/image" Target="../media/image96.jpg"/><Relationship Id="rId8" Type="http://schemas.openxmlformats.org/officeDocument/2006/relationships/image" Target="../media/image94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1.xml"/><Relationship Id="rId3" Type="http://schemas.openxmlformats.org/officeDocument/2006/relationships/slide" Target="/ppt/slides/slide2.xml"/><Relationship Id="rId4" Type="http://schemas.openxmlformats.org/officeDocument/2006/relationships/image" Target="../media/image101.jpg"/><Relationship Id="rId5" Type="http://schemas.openxmlformats.org/officeDocument/2006/relationships/image" Target="../media/image102.jpg"/><Relationship Id="rId6" Type="http://schemas.openxmlformats.org/officeDocument/2006/relationships/image" Target="../media/image103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slide" Target="/ppt/slides/slide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3.xml"/><Relationship Id="rId3" Type="http://schemas.openxmlformats.org/officeDocument/2006/relationships/slide" Target="/ppt/slides/slide2.xml"/><Relationship Id="rId4" Type="http://schemas.openxmlformats.org/officeDocument/2006/relationships/image" Target="../media/image105.jpg"/><Relationship Id="rId5" Type="http://schemas.openxmlformats.org/officeDocument/2006/relationships/image" Target="../media/image107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4.xml"/><Relationship Id="rId3" Type="http://schemas.openxmlformats.org/officeDocument/2006/relationships/slide" Target="/ppt/slides/slide2.xml"/><Relationship Id="rId4" Type="http://schemas.openxmlformats.org/officeDocument/2006/relationships/image" Target="../media/image104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5.xml"/><Relationship Id="rId3" Type="http://schemas.openxmlformats.org/officeDocument/2006/relationships/slide" Target="/ppt/slides/slide2.xml"/><Relationship Id="rId4" Type="http://schemas.openxmlformats.org/officeDocument/2006/relationships/image" Target="../media/image108.jpg"/><Relationship Id="rId5" Type="http://schemas.openxmlformats.org/officeDocument/2006/relationships/image" Target="../media/image110.jpg"/><Relationship Id="rId6" Type="http://schemas.openxmlformats.org/officeDocument/2006/relationships/image" Target="../media/image109.jpg"/><Relationship Id="rId7" Type="http://schemas.openxmlformats.org/officeDocument/2006/relationships/image" Target="../media/image10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14"/>
          <p:cNvPicPr preferRelativeResize="0"/>
          <p:nvPr/>
        </p:nvPicPr>
        <p:blipFill rotWithShape="1">
          <a:blip r:embed="rId3">
            <a:alphaModFix/>
          </a:blip>
          <a:srcRect b="0" l="0" r="2771" t="0"/>
          <a:stretch/>
        </p:blipFill>
        <p:spPr>
          <a:xfrm>
            <a:off x="457200" y="457200"/>
            <a:ext cx="5492578" cy="376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4"/>
          <p:cNvPicPr preferRelativeResize="0"/>
          <p:nvPr/>
        </p:nvPicPr>
        <p:blipFill rotWithShape="1">
          <a:blip r:embed="rId4">
            <a:alphaModFix/>
          </a:blip>
          <a:srcRect b="4120" l="0" r="0" t="4129"/>
          <a:stretch/>
        </p:blipFill>
        <p:spPr>
          <a:xfrm>
            <a:off x="5949750" y="457200"/>
            <a:ext cx="2737051" cy="3766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4"/>
          <p:cNvSpPr txBox="1"/>
          <p:nvPr>
            <p:ph idx="1" type="subTitle"/>
          </p:nvPr>
        </p:nvSpPr>
        <p:spPr>
          <a:xfrm>
            <a:off x="4572000" y="4375200"/>
            <a:ext cx="4114800" cy="477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PK Props Catalog 2.0 (Takeout)</a:t>
            </a:r>
            <a:endParaRPr b="1"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</a:rPr>
              <a:t>Last Updated : January 26, 2024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5"/>
          <p:cNvSpPr txBox="1"/>
          <p:nvPr>
            <p:ph idx="1" type="body"/>
          </p:nvPr>
        </p:nvSpPr>
        <p:spPr>
          <a:xfrm>
            <a:off x="2895600" y="612300"/>
            <a:ext cx="2826900" cy="407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Consolas"/>
                <a:ea typeface="Consolas"/>
                <a:cs typeface="Consolas"/>
                <a:sym typeface="Consolas"/>
              </a:rPr>
              <a:t>COLORS</a:t>
            </a:r>
            <a:endParaRPr b="1" sz="1000">
              <a:latin typeface="Consolas"/>
              <a:ea typeface="Consolas"/>
              <a:cs typeface="Consolas"/>
              <a:sym typeface="Consolas"/>
            </a:endParaRPr>
          </a:p>
          <a:p>
            <a:pPr indent="-285750" lvl="0" marL="457200" rtl="0" algn="l">
              <a:spcBef>
                <a:spcPts val="500"/>
              </a:spcBef>
              <a:spcAft>
                <a:spcPts val="0"/>
              </a:spcAft>
              <a:buSzPts val="900"/>
              <a:buAutoNum type="arabicPeriod"/>
            </a:pPr>
            <a:r>
              <a:rPr lang="en" u="sng">
                <a:solidFill>
                  <a:schemeClr val="hlink"/>
                </a:solidFill>
                <a:hlinkClick action="ppaction://hlinksldjump" r:id="rId3"/>
              </a:rPr>
              <a:t>White</a:t>
            </a:r>
            <a:endParaRPr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AutoNum type="arabicPeriod"/>
            </a:pPr>
            <a:r>
              <a:rPr lang="en" u="sng">
                <a:solidFill>
                  <a:schemeClr val="hlink"/>
                </a:solidFill>
                <a:hlinkClick action="ppaction://hlinksldjump" r:id="rId4"/>
              </a:rPr>
              <a:t>Beige / Brown</a:t>
            </a:r>
            <a:endParaRPr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AutoNum type="arabicPeriod"/>
            </a:pPr>
            <a:r>
              <a:rPr lang="en" u="sng">
                <a:solidFill>
                  <a:schemeClr val="hlink"/>
                </a:solidFill>
                <a:hlinkClick action="ppaction://hlinksldjump" r:id="rId5"/>
              </a:rPr>
              <a:t>Clear</a:t>
            </a:r>
            <a:endParaRPr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AutoNum type="arabicPeriod"/>
            </a:pPr>
            <a:r>
              <a:rPr lang="en" u="sng">
                <a:solidFill>
                  <a:schemeClr val="hlink"/>
                </a:solidFill>
                <a:hlinkClick action="ppaction://hlinksldjump" r:id="rId6"/>
              </a:rPr>
              <a:t>Silver</a:t>
            </a:r>
            <a:endParaRPr/>
          </a:p>
        </p:txBody>
      </p:sp>
      <p:sp>
        <p:nvSpPr>
          <p:cNvPr id="182" name="Google Shape;182;p15"/>
          <p:cNvSpPr txBox="1"/>
          <p:nvPr>
            <p:ph type="title"/>
          </p:nvPr>
        </p:nvSpPr>
        <p:spPr>
          <a:xfrm>
            <a:off x="357616" y="612300"/>
            <a:ext cx="1939800" cy="4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</a:t>
            </a:r>
            <a:endParaRPr/>
          </a:p>
        </p:txBody>
      </p:sp>
      <p:sp>
        <p:nvSpPr>
          <p:cNvPr id="183" name="Google Shape;183;p15"/>
          <p:cNvSpPr txBox="1"/>
          <p:nvPr>
            <p:ph idx="2" type="body"/>
          </p:nvPr>
        </p:nvSpPr>
        <p:spPr>
          <a:xfrm>
            <a:off x="5901750" y="612300"/>
            <a:ext cx="2826900" cy="407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CATEGORIES</a:t>
            </a:r>
            <a:endParaRPr b="1"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85750" lvl="0" marL="4572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>
                <a:solidFill>
                  <a:schemeClr val="dk1"/>
                </a:solidFill>
              </a:rPr>
              <a:t>Plates</a:t>
            </a:r>
            <a:endParaRPr>
              <a:solidFill>
                <a:schemeClr val="dk1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>
                <a:solidFill>
                  <a:schemeClr val="dk1"/>
                </a:solidFill>
              </a:rPr>
              <a:t>Bowls</a:t>
            </a:r>
            <a:endParaRPr>
              <a:solidFill>
                <a:schemeClr val="dk1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>
                <a:solidFill>
                  <a:schemeClr val="dk1"/>
                </a:solidFill>
              </a:rPr>
              <a:t>Ramekins</a:t>
            </a:r>
            <a:endParaRPr>
              <a:solidFill>
                <a:schemeClr val="dk1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>
                <a:solidFill>
                  <a:schemeClr val="dk1"/>
                </a:solidFill>
              </a:rPr>
              <a:t>Cups</a:t>
            </a:r>
            <a:endParaRPr>
              <a:solidFill>
                <a:schemeClr val="dk1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>
                <a:solidFill>
                  <a:schemeClr val="dk1"/>
                </a:solidFill>
              </a:rPr>
              <a:t>Clamshell Box</a:t>
            </a:r>
            <a:endParaRPr>
              <a:solidFill>
                <a:schemeClr val="dk1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>
                <a:solidFill>
                  <a:schemeClr val="dk1"/>
                </a:solidFill>
              </a:rPr>
              <a:t>Trays</a:t>
            </a:r>
            <a:endParaRPr>
              <a:solidFill>
                <a:schemeClr val="dk1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>
                <a:solidFill>
                  <a:schemeClr val="dk1"/>
                </a:solidFill>
              </a:rPr>
              <a:t>Others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6"/>
          <p:cNvSpPr txBox="1"/>
          <p:nvPr>
            <p:ph idx="1" type="body"/>
          </p:nvPr>
        </p:nvSpPr>
        <p:spPr>
          <a:xfrm>
            <a:off x="3733800" y="1218425"/>
            <a:ext cx="2826900" cy="311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Consolas"/>
                <a:ea typeface="Consolas"/>
                <a:cs typeface="Consolas"/>
                <a:sym typeface="Consolas"/>
              </a:rPr>
              <a:t>CATEGORIES</a:t>
            </a:r>
            <a:endParaRPr b="1" sz="10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85750" lvl="0" marL="457200" rtl="0" algn="l">
              <a:spcBef>
                <a:spcPts val="500"/>
              </a:spcBef>
              <a:spcAft>
                <a:spcPts val="0"/>
              </a:spcAft>
              <a:buSzPts val="900"/>
              <a:buAutoNum type="arabicPeriod"/>
            </a:pPr>
            <a:r>
              <a:rPr lang="en" u="sng">
                <a:solidFill>
                  <a:schemeClr val="hlink"/>
                </a:solidFill>
                <a:hlinkClick action="ppaction://hlinksldjump" r:id="rId3"/>
              </a:rPr>
              <a:t>Plates</a:t>
            </a:r>
            <a:r>
              <a:rPr lang="en"/>
              <a:t> </a:t>
            </a:r>
            <a:endParaRPr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AutoNum type="arabicPeriod"/>
            </a:pPr>
            <a:r>
              <a:rPr lang="en" u="sng">
                <a:solidFill>
                  <a:schemeClr val="hlink"/>
                </a:solidFill>
                <a:hlinkClick action="ppaction://hlinksldjump" r:id="rId4"/>
              </a:rPr>
              <a:t>Bowls</a:t>
            </a:r>
            <a:r>
              <a:rPr lang="en"/>
              <a:t> </a:t>
            </a:r>
            <a:endParaRPr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AutoNum type="arabicPeriod"/>
            </a:pPr>
            <a:r>
              <a:rPr lang="en" u="sng">
                <a:solidFill>
                  <a:schemeClr val="hlink"/>
                </a:solidFill>
                <a:hlinkClick action="ppaction://hlinksldjump" r:id="rId5"/>
              </a:rPr>
              <a:t>Ramekins</a:t>
            </a:r>
            <a:r>
              <a:rPr lang="en"/>
              <a:t> </a:t>
            </a:r>
            <a:endParaRPr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AutoNum type="arabicPeriod"/>
            </a:pPr>
            <a:r>
              <a:rPr lang="en" u="sng">
                <a:solidFill>
                  <a:schemeClr val="hlink"/>
                </a:solidFill>
                <a:hlinkClick action="ppaction://hlinksldjump" r:id="rId6"/>
              </a:rPr>
              <a:t>Cups</a:t>
            </a:r>
            <a:r>
              <a:rPr lang="en"/>
              <a:t> </a:t>
            </a:r>
            <a:endParaRPr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AutoNum type="arabicPeriod"/>
            </a:pPr>
            <a:r>
              <a:rPr lang="en" u="sng">
                <a:solidFill>
                  <a:schemeClr val="hlink"/>
                </a:solidFill>
                <a:hlinkClick action="ppaction://hlinksldjump" r:id="rId7"/>
              </a:rPr>
              <a:t>Clamshell Box </a:t>
            </a:r>
            <a:endParaRPr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AutoNum type="arabicPeriod"/>
            </a:pPr>
            <a:r>
              <a:rPr lang="en" u="sng">
                <a:solidFill>
                  <a:schemeClr val="hlink"/>
                </a:solidFill>
                <a:hlinkClick action="ppaction://hlinksldjump" r:id="rId8"/>
              </a:rPr>
              <a:t>Others</a:t>
            </a:r>
            <a:endParaRPr/>
          </a:p>
        </p:txBody>
      </p:sp>
      <p:sp>
        <p:nvSpPr>
          <p:cNvPr id="189" name="Google Shape;189;p16"/>
          <p:cNvSpPr txBox="1"/>
          <p:nvPr>
            <p:ph type="title"/>
          </p:nvPr>
        </p:nvSpPr>
        <p:spPr>
          <a:xfrm>
            <a:off x="906306" y="1472175"/>
            <a:ext cx="1842000" cy="4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White</a:t>
            </a:r>
            <a:endParaRPr/>
          </a:p>
        </p:txBody>
      </p:sp>
      <p:sp>
        <p:nvSpPr>
          <p:cNvPr id="190" name="Google Shape;190;p16">
            <a:hlinkClick action="ppaction://hlinksldjump" r:id="rId9"/>
          </p:cNvPr>
          <p:cNvSpPr/>
          <p:nvPr/>
        </p:nvSpPr>
        <p:spPr>
          <a:xfrm>
            <a:off x="985075" y="4171625"/>
            <a:ext cx="996000" cy="454500"/>
          </a:xfrm>
          <a:prstGeom prst="roundRect">
            <a:avLst>
              <a:gd fmla="val 16667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&lt;&lt;&lt; TABLE OF</a:t>
            </a:r>
            <a:endParaRPr b="1" sz="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CONTENTS</a:t>
            </a:r>
            <a:endParaRPr b="1" sz="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1" name="Google Shape;191;p16"/>
          <p:cNvSpPr/>
          <p:nvPr/>
        </p:nvSpPr>
        <p:spPr>
          <a:xfrm>
            <a:off x="592493" y="1593521"/>
            <a:ext cx="242400" cy="242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6"/>
          <p:cNvSpPr/>
          <p:nvPr/>
        </p:nvSpPr>
        <p:spPr>
          <a:xfrm>
            <a:off x="0" y="0"/>
            <a:ext cx="9144000" cy="282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WHITE</a:t>
            </a:r>
            <a:endParaRPr b="1" sz="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7"/>
          <p:cNvSpPr txBox="1"/>
          <p:nvPr>
            <p:ph type="title"/>
          </p:nvPr>
        </p:nvSpPr>
        <p:spPr>
          <a:xfrm>
            <a:off x="205225" y="582850"/>
            <a:ext cx="1159200" cy="20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White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—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Plates</a:t>
            </a:r>
            <a:endParaRPr/>
          </a:p>
        </p:txBody>
      </p:sp>
      <p:sp>
        <p:nvSpPr>
          <p:cNvPr id="198" name="Google Shape;198;p17">
            <a:hlinkClick action="ppaction://hlinksldjump" r:id="rId3"/>
          </p:cNvPr>
          <p:cNvSpPr/>
          <p:nvPr/>
        </p:nvSpPr>
        <p:spPr>
          <a:xfrm>
            <a:off x="286825" y="4171625"/>
            <a:ext cx="996000" cy="4545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&lt;&lt;&lt; TABLE OF</a:t>
            </a:r>
            <a:endParaRPr b="1" sz="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CONTENTS</a:t>
            </a:r>
            <a:endParaRPr b="1" sz="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99" name="Google Shape;199;p17"/>
          <p:cNvPicPr preferRelativeResize="0"/>
          <p:nvPr>
            <p:ph idx="2" type="pic"/>
          </p:nvPr>
        </p:nvPicPr>
        <p:blipFill rotWithShape="1">
          <a:blip r:embed="rId4">
            <a:alphaModFix/>
          </a:blip>
          <a:srcRect b="10" l="0" r="0" t="10"/>
          <a:stretch/>
        </p:blipFill>
        <p:spPr>
          <a:xfrm>
            <a:off x="7477550" y="664325"/>
            <a:ext cx="1399501" cy="933299"/>
          </a:xfrm>
          <a:prstGeom prst="rect">
            <a:avLst/>
          </a:prstGeom>
        </p:spPr>
      </p:pic>
      <p:sp>
        <p:nvSpPr>
          <p:cNvPr id="200" name="Google Shape;200;p17"/>
          <p:cNvSpPr/>
          <p:nvPr>
            <p:ph idx="3" type="pic"/>
          </p:nvPr>
        </p:nvSpPr>
        <p:spPr>
          <a:xfrm>
            <a:off x="7477550" y="1673825"/>
            <a:ext cx="1399500" cy="933300"/>
          </a:xfrm>
          <a:prstGeom prst="rect">
            <a:avLst/>
          </a:prstGeom>
        </p:spPr>
      </p:sp>
      <p:sp>
        <p:nvSpPr>
          <p:cNvPr id="201" name="Google Shape;201;p17"/>
          <p:cNvSpPr/>
          <p:nvPr>
            <p:ph idx="4" type="pic"/>
          </p:nvPr>
        </p:nvSpPr>
        <p:spPr>
          <a:xfrm>
            <a:off x="7477550" y="2683325"/>
            <a:ext cx="1399500" cy="933300"/>
          </a:xfrm>
          <a:prstGeom prst="rect">
            <a:avLst/>
          </a:prstGeom>
        </p:spPr>
      </p:sp>
      <p:sp>
        <p:nvSpPr>
          <p:cNvPr id="202" name="Google Shape;202;p17"/>
          <p:cNvSpPr/>
          <p:nvPr>
            <p:ph idx="5" type="pic"/>
          </p:nvPr>
        </p:nvSpPr>
        <p:spPr>
          <a:xfrm>
            <a:off x="7477550" y="3692825"/>
            <a:ext cx="1399500" cy="933300"/>
          </a:xfrm>
          <a:prstGeom prst="rect">
            <a:avLst/>
          </a:prstGeom>
        </p:spPr>
      </p:sp>
      <p:pic>
        <p:nvPicPr>
          <p:cNvPr id="203" name="Google Shape;203;p17"/>
          <p:cNvPicPr preferRelativeResize="0"/>
          <p:nvPr>
            <p:ph idx="6" type="pic"/>
          </p:nvPr>
        </p:nvPicPr>
        <p:blipFill rotWithShape="1">
          <a:blip r:embed="rId5">
            <a:alphaModFix/>
          </a:blip>
          <a:srcRect b="10" l="0" r="0" t="10"/>
          <a:stretch/>
        </p:blipFill>
        <p:spPr>
          <a:xfrm>
            <a:off x="6001850" y="664325"/>
            <a:ext cx="1399501" cy="933299"/>
          </a:xfrm>
          <a:prstGeom prst="rect">
            <a:avLst/>
          </a:prstGeom>
        </p:spPr>
      </p:pic>
      <p:sp>
        <p:nvSpPr>
          <p:cNvPr id="204" name="Google Shape;204;p17"/>
          <p:cNvSpPr/>
          <p:nvPr>
            <p:ph idx="7" type="pic"/>
          </p:nvPr>
        </p:nvSpPr>
        <p:spPr>
          <a:xfrm>
            <a:off x="6001850" y="1673825"/>
            <a:ext cx="1399500" cy="933300"/>
          </a:xfrm>
          <a:prstGeom prst="rect">
            <a:avLst/>
          </a:prstGeom>
        </p:spPr>
      </p:sp>
      <p:sp>
        <p:nvSpPr>
          <p:cNvPr id="205" name="Google Shape;205;p17"/>
          <p:cNvSpPr/>
          <p:nvPr>
            <p:ph idx="8" type="pic"/>
          </p:nvPr>
        </p:nvSpPr>
        <p:spPr>
          <a:xfrm>
            <a:off x="6001850" y="2683325"/>
            <a:ext cx="1399500" cy="933300"/>
          </a:xfrm>
          <a:prstGeom prst="rect">
            <a:avLst/>
          </a:prstGeom>
        </p:spPr>
      </p:sp>
      <p:sp>
        <p:nvSpPr>
          <p:cNvPr id="206" name="Google Shape;206;p17"/>
          <p:cNvSpPr/>
          <p:nvPr>
            <p:ph idx="9" type="pic"/>
          </p:nvPr>
        </p:nvSpPr>
        <p:spPr>
          <a:xfrm>
            <a:off x="6001850" y="3692825"/>
            <a:ext cx="1399500" cy="933300"/>
          </a:xfrm>
          <a:prstGeom prst="rect">
            <a:avLst/>
          </a:prstGeom>
        </p:spPr>
      </p:sp>
      <p:pic>
        <p:nvPicPr>
          <p:cNvPr id="207" name="Google Shape;207;p17"/>
          <p:cNvPicPr preferRelativeResize="0"/>
          <p:nvPr>
            <p:ph idx="13" type="pic"/>
          </p:nvPr>
        </p:nvPicPr>
        <p:blipFill rotWithShape="1">
          <a:blip r:embed="rId6">
            <a:alphaModFix/>
          </a:blip>
          <a:srcRect b="10" l="0" r="0" t="10"/>
          <a:stretch/>
        </p:blipFill>
        <p:spPr>
          <a:xfrm>
            <a:off x="4526150" y="664325"/>
            <a:ext cx="1399501" cy="933299"/>
          </a:xfrm>
          <a:prstGeom prst="rect">
            <a:avLst/>
          </a:prstGeom>
        </p:spPr>
      </p:pic>
      <p:sp>
        <p:nvSpPr>
          <p:cNvPr id="208" name="Google Shape;208;p17"/>
          <p:cNvSpPr/>
          <p:nvPr>
            <p:ph idx="14" type="pic"/>
          </p:nvPr>
        </p:nvSpPr>
        <p:spPr>
          <a:xfrm>
            <a:off x="4526150" y="1673825"/>
            <a:ext cx="1399500" cy="933300"/>
          </a:xfrm>
          <a:prstGeom prst="rect">
            <a:avLst/>
          </a:prstGeom>
        </p:spPr>
      </p:sp>
      <p:sp>
        <p:nvSpPr>
          <p:cNvPr id="209" name="Google Shape;209;p17"/>
          <p:cNvSpPr/>
          <p:nvPr>
            <p:ph idx="15" type="pic"/>
          </p:nvPr>
        </p:nvSpPr>
        <p:spPr>
          <a:xfrm>
            <a:off x="4526150" y="2683325"/>
            <a:ext cx="1399500" cy="933300"/>
          </a:xfrm>
          <a:prstGeom prst="rect">
            <a:avLst/>
          </a:prstGeom>
        </p:spPr>
      </p:sp>
      <p:sp>
        <p:nvSpPr>
          <p:cNvPr id="210" name="Google Shape;210;p17"/>
          <p:cNvSpPr/>
          <p:nvPr>
            <p:ph idx="16" type="pic"/>
          </p:nvPr>
        </p:nvSpPr>
        <p:spPr>
          <a:xfrm>
            <a:off x="4526150" y="3692825"/>
            <a:ext cx="1399500" cy="933300"/>
          </a:xfrm>
          <a:prstGeom prst="rect">
            <a:avLst/>
          </a:prstGeom>
        </p:spPr>
      </p:sp>
      <p:pic>
        <p:nvPicPr>
          <p:cNvPr id="211" name="Google Shape;211;p17"/>
          <p:cNvPicPr preferRelativeResize="0"/>
          <p:nvPr>
            <p:ph idx="17" type="pic"/>
          </p:nvPr>
        </p:nvPicPr>
        <p:blipFill rotWithShape="1">
          <a:blip r:embed="rId7">
            <a:alphaModFix/>
          </a:blip>
          <a:srcRect b="10" l="0" r="0" t="10"/>
          <a:stretch/>
        </p:blipFill>
        <p:spPr>
          <a:xfrm>
            <a:off x="3048000" y="664325"/>
            <a:ext cx="1399501" cy="933299"/>
          </a:xfrm>
          <a:prstGeom prst="rect">
            <a:avLst/>
          </a:prstGeom>
        </p:spPr>
      </p:pic>
      <p:sp>
        <p:nvSpPr>
          <p:cNvPr id="212" name="Google Shape;212;p17"/>
          <p:cNvSpPr/>
          <p:nvPr>
            <p:ph idx="18" type="pic"/>
          </p:nvPr>
        </p:nvSpPr>
        <p:spPr>
          <a:xfrm>
            <a:off x="3048000" y="1673825"/>
            <a:ext cx="1399500" cy="933300"/>
          </a:xfrm>
          <a:prstGeom prst="rect">
            <a:avLst/>
          </a:prstGeom>
        </p:spPr>
      </p:sp>
      <p:sp>
        <p:nvSpPr>
          <p:cNvPr id="213" name="Google Shape;213;p17"/>
          <p:cNvSpPr/>
          <p:nvPr>
            <p:ph idx="19" type="pic"/>
          </p:nvPr>
        </p:nvSpPr>
        <p:spPr>
          <a:xfrm>
            <a:off x="3048000" y="2683325"/>
            <a:ext cx="1399500" cy="933300"/>
          </a:xfrm>
          <a:prstGeom prst="rect">
            <a:avLst/>
          </a:prstGeom>
        </p:spPr>
      </p:sp>
      <p:sp>
        <p:nvSpPr>
          <p:cNvPr id="214" name="Google Shape;214;p17"/>
          <p:cNvSpPr/>
          <p:nvPr>
            <p:ph idx="20" type="pic"/>
          </p:nvPr>
        </p:nvSpPr>
        <p:spPr>
          <a:xfrm>
            <a:off x="3048000" y="3692825"/>
            <a:ext cx="1399500" cy="933300"/>
          </a:xfrm>
          <a:prstGeom prst="rect">
            <a:avLst/>
          </a:prstGeom>
        </p:spPr>
      </p:sp>
      <p:pic>
        <p:nvPicPr>
          <p:cNvPr id="215" name="Google Shape;215;p17"/>
          <p:cNvPicPr preferRelativeResize="0"/>
          <p:nvPr>
            <p:ph idx="21" type="pic"/>
          </p:nvPr>
        </p:nvPicPr>
        <p:blipFill rotWithShape="1">
          <a:blip r:embed="rId8">
            <a:alphaModFix/>
          </a:blip>
          <a:srcRect b="10" l="0" r="0" t="10"/>
          <a:stretch/>
        </p:blipFill>
        <p:spPr>
          <a:xfrm>
            <a:off x="1574750" y="664325"/>
            <a:ext cx="1399501" cy="933299"/>
          </a:xfrm>
          <a:prstGeom prst="rect">
            <a:avLst/>
          </a:prstGeom>
        </p:spPr>
      </p:pic>
      <p:pic>
        <p:nvPicPr>
          <p:cNvPr id="216" name="Google Shape;216;p17"/>
          <p:cNvPicPr preferRelativeResize="0"/>
          <p:nvPr>
            <p:ph idx="22" type="pic"/>
          </p:nvPr>
        </p:nvPicPr>
        <p:blipFill rotWithShape="1">
          <a:blip r:embed="rId9">
            <a:alphaModFix/>
          </a:blip>
          <a:srcRect b="10" l="0" r="0" t="10"/>
          <a:stretch/>
        </p:blipFill>
        <p:spPr>
          <a:xfrm>
            <a:off x="1574750" y="1673825"/>
            <a:ext cx="1399501" cy="933299"/>
          </a:xfrm>
          <a:prstGeom prst="rect">
            <a:avLst/>
          </a:prstGeom>
        </p:spPr>
      </p:pic>
      <p:sp>
        <p:nvSpPr>
          <p:cNvPr id="217" name="Google Shape;217;p17"/>
          <p:cNvSpPr/>
          <p:nvPr>
            <p:ph idx="23" type="pic"/>
          </p:nvPr>
        </p:nvSpPr>
        <p:spPr>
          <a:xfrm>
            <a:off x="1574750" y="2683325"/>
            <a:ext cx="1399500" cy="933300"/>
          </a:xfrm>
          <a:prstGeom prst="rect">
            <a:avLst/>
          </a:prstGeom>
        </p:spPr>
      </p:sp>
      <p:sp>
        <p:nvSpPr>
          <p:cNvPr id="218" name="Google Shape;218;p17"/>
          <p:cNvSpPr/>
          <p:nvPr>
            <p:ph idx="24" type="pic"/>
          </p:nvPr>
        </p:nvSpPr>
        <p:spPr>
          <a:xfrm>
            <a:off x="1574750" y="3692825"/>
            <a:ext cx="1399500" cy="933300"/>
          </a:xfrm>
          <a:prstGeom prst="rect">
            <a:avLst/>
          </a:prstGeom>
        </p:spPr>
      </p:sp>
      <p:sp>
        <p:nvSpPr>
          <p:cNvPr id="219" name="Google Shape;219;p17"/>
          <p:cNvSpPr/>
          <p:nvPr/>
        </p:nvSpPr>
        <p:spPr>
          <a:xfrm>
            <a:off x="2272140" y="664325"/>
            <a:ext cx="697200" cy="132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4570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latin typeface="Consolas"/>
                <a:ea typeface="Consolas"/>
                <a:cs typeface="Consolas"/>
                <a:sym typeface="Consolas"/>
              </a:rPr>
              <a:t>W: </a:t>
            </a:r>
            <a:r>
              <a:rPr lang="en" sz="700">
                <a:latin typeface="Consolas"/>
                <a:ea typeface="Consolas"/>
                <a:cs typeface="Consolas"/>
                <a:sym typeface="Consolas"/>
              </a:rPr>
              <a:t>13cm</a:t>
            </a:r>
            <a:endParaRPr sz="7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0" name="Google Shape;220;p17"/>
          <p:cNvSpPr/>
          <p:nvPr/>
        </p:nvSpPr>
        <p:spPr>
          <a:xfrm>
            <a:off x="1574738" y="664325"/>
            <a:ext cx="697200" cy="132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4570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latin typeface="Consolas"/>
                <a:ea typeface="Consolas"/>
                <a:cs typeface="Consolas"/>
                <a:sym typeface="Consolas"/>
              </a:rPr>
              <a:t>L:</a:t>
            </a:r>
            <a:r>
              <a:rPr lang="en" sz="700">
                <a:latin typeface="Consolas"/>
                <a:ea typeface="Consolas"/>
                <a:cs typeface="Consolas"/>
                <a:sym typeface="Consolas"/>
              </a:rPr>
              <a:t> 20cm</a:t>
            </a:r>
            <a:endParaRPr sz="7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1" name="Google Shape;221;p17"/>
          <p:cNvSpPr/>
          <p:nvPr/>
        </p:nvSpPr>
        <p:spPr>
          <a:xfrm>
            <a:off x="6701690" y="664325"/>
            <a:ext cx="697200" cy="132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4570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latin typeface="Consolas"/>
                <a:ea typeface="Consolas"/>
                <a:cs typeface="Consolas"/>
                <a:sym typeface="Consolas"/>
              </a:rPr>
              <a:t>W: </a:t>
            </a:r>
            <a:r>
              <a:rPr lang="en" sz="700">
                <a:latin typeface="Consolas"/>
                <a:ea typeface="Consolas"/>
                <a:cs typeface="Consolas"/>
                <a:sym typeface="Consolas"/>
              </a:rPr>
              <a:t>6.5cm</a:t>
            </a:r>
            <a:endParaRPr sz="7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2" name="Google Shape;222;p17"/>
          <p:cNvSpPr/>
          <p:nvPr/>
        </p:nvSpPr>
        <p:spPr>
          <a:xfrm>
            <a:off x="6004288" y="664325"/>
            <a:ext cx="697200" cy="132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4570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latin typeface="Consolas"/>
                <a:ea typeface="Consolas"/>
                <a:cs typeface="Consolas"/>
                <a:sym typeface="Consolas"/>
              </a:rPr>
              <a:t>L:</a:t>
            </a:r>
            <a:r>
              <a:rPr lang="en" sz="700">
                <a:latin typeface="Consolas"/>
                <a:ea typeface="Consolas"/>
                <a:cs typeface="Consolas"/>
                <a:sym typeface="Consolas"/>
              </a:rPr>
              <a:t> 14cm</a:t>
            </a:r>
            <a:endParaRPr sz="7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8"/>
          <p:cNvSpPr txBox="1"/>
          <p:nvPr>
            <p:ph type="title"/>
          </p:nvPr>
        </p:nvSpPr>
        <p:spPr>
          <a:xfrm>
            <a:off x="205225" y="582850"/>
            <a:ext cx="1159200" cy="20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White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—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Bowls</a:t>
            </a:r>
            <a:endParaRPr/>
          </a:p>
        </p:txBody>
      </p:sp>
      <p:sp>
        <p:nvSpPr>
          <p:cNvPr id="228" name="Google Shape;228;p18">
            <a:hlinkClick action="ppaction://hlinksldjump" r:id="rId3"/>
          </p:cNvPr>
          <p:cNvSpPr/>
          <p:nvPr/>
        </p:nvSpPr>
        <p:spPr>
          <a:xfrm>
            <a:off x="286825" y="4171625"/>
            <a:ext cx="996000" cy="4545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&lt;&lt;&lt; TABLE OF</a:t>
            </a:r>
            <a:endParaRPr b="1" sz="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CONTENTS</a:t>
            </a:r>
            <a:endParaRPr b="1" sz="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9" name="Google Shape;229;p18"/>
          <p:cNvSpPr/>
          <p:nvPr>
            <p:ph idx="2" type="pic"/>
          </p:nvPr>
        </p:nvSpPr>
        <p:spPr>
          <a:xfrm>
            <a:off x="7477550" y="664325"/>
            <a:ext cx="1399500" cy="933300"/>
          </a:xfrm>
          <a:prstGeom prst="rect">
            <a:avLst/>
          </a:prstGeom>
        </p:spPr>
      </p:sp>
      <p:sp>
        <p:nvSpPr>
          <p:cNvPr id="230" name="Google Shape;230;p18"/>
          <p:cNvSpPr/>
          <p:nvPr>
            <p:ph idx="3" type="pic"/>
          </p:nvPr>
        </p:nvSpPr>
        <p:spPr>
          <a:xfrm>
            <a:off x="7477550" y="1673825"/>
            <a:ext cx="1399500" cy="933300"/>
          </a:xfrm>
          <a:prstGeom prst="rect">
            <a:avLst/>
          </a:prstGeom>
        </p:spPr>
      </p:sp>
      <p:sp>
        <p:nvSpPr>
          <p:cNvPr id="231" name="Google Shape;231;p18"/>
          <p:cNvSpPr/>
          <p:nvPr>
            <p:ph idx="4" type="pic"/>
          </p:nvPr>
        </p:nvSpPr>
        <p:spPr>
          <a:xfrm>
            <a:off x="7477550" y="2683325"/>
            <a:ext cx="1399500" cy="933300"/>
          </a:xfrm>
          <a:prstGeom prst="rect">
            <a:avLst/>
          </a:prstGeom>
        </p:spPr>
      </p:sp>
      <p:sp>
        <p:nvSpPr>
          <p:cNvPr id="232" name="Google Shape;232;p18"/>
          <p:cNvSpPr/>
          <p:nvPr>
            <p:ph idx="5" type="pic"/>
          </p:nvPr>
        </p:nvSpPr>
        <p:spPr>
          <a:xfrm>
            <a:off x="7477550" y="3692825"/>
            <a:ext cx="1399500" cy="933300"/>
          </a:xfrm>
          <a:prstGeom prst="rect">
            <a:avLst/>
          </a:prstGeom>
        </p:spPr>
      </p:sp>
      <p:pic>
        <p:nvPicPr>
          <p:cNvPr id="233" name="Google Shape;233;p18"/>
          <p:cNvPicPr preferRelativeResize="0"/>
          <p:nvPr>
            <p:ph idx="6" type="pic"/>
          </p:nvPr>
        </p:nvPicPr>
        <p:blipFill rotWithShape="1">
          <a:blip r:embed="rId4">
            <a:alphaModFix/>
          </a:blip>
          <a:srcRect b="10" l="0" r="0" t="10"/>
          <a:stretch/>
        </p:blipFill>
        <p:spPr>
          <a:xfrm>
            <a:off x="6001850" y="664325"/>
            <a:ext cx="1399501" cy="933299"/>
          </a:xfrm>
          <a:prstGeom prst="rect">
            <a:avLst/>
          </a:prstGeom>
        </p:spPr>
      </p:pic>
      <p:sp>
        <p:nvSpPr>
          <p:cNvPr id="234" name="Google Shape;234;p18"/>
          <p:cNvSpPr/>
          <p:nvPr>
            <p:ph idx="7" type="pic"/>
          </p:nvPr>
        </p:nvSpPr>
        <p:spPr>
          <a:xfrm>
            <a:off x="6001850" y="1673825"/>
            <a:ext cx="1399500" cy="933300"/>
          </a:xfrm>
          <a:prstGeom prst="rect">
            <a:avLst/>
          </a:prstGeom>
        </p:spPr>
      </p:sp>
      <p:sp>
        <p:nvSpPr>
          <p:cNvPr id="235" name="Google Shape;235;p18"/>
          <p:cNvSpPr/>
          <p:nvPr>
            <p:ph idx="8" type="pic"/>
          </p:nvPr>
        </p:nvSpPr>
        <p:spPr>
          <a:xfrm>
            <a:off x="6001850" y="2683325"/>
            <a:ext cx="1399500" cy="933300"/>
          </a:xfrm>
          <a:prstGeom prst="rect">
            <a:avLst/>
          </a:prstGeom>
        </p:spPr>
      </p:sp>
      <p:sp>
        <p:nvSpPr>
          <p:cNvPr id="236" name="Google Shape;236;p18"/>
          <p:cNvSpPr/>
          <p:nvPr>
            <p:ph idx="9" type="pic"/>
          </p:nvPr>
        </p:nvSpPr>
        <p:spPr>
          <a:xfrm>
            <a:off x="6001850" y="3692825"/>
            <a:ext cx="1399500" cy="933300"/>
          </a:xfrm>
          <a:prstGeom prst="rect">
            <a:avLst/>
          </a:prstGeom>
        </p:spPr>
      </p:sp>
      <p:pic>
        <p:nvPicPr>
          <p:cNvPr id="237" name="Google Shape;237;p18"/>
          <p:cNvPicPr preferRelativeResize="0"/>
          <p:nvPr>
            <p:ph idx="13" type="pic"/>
          </p:nvPr>
        </p:nvPicPr>
        <p:blipFill rotWithShape="1">
          <a:blip r:embed="rId5">
            <a:alphaModFix/>
          </a:blip>
          <a:srcRect b="10" l="0" r="0" t="10"/>
          <a:stretch/>
        </p:blipFill>
        <p:spPr>
          <a:xfrm>
            <a:off x="4526150" y="664325"/>
            <a:ext cx="1399501" cy="933299"/>
          </a:xfrm>
          <a:prstGeom prst="rect">
            <a:avLst/>
          </a:prstGeom>
        </p:spPr>
      </p:pic>
      <p:sp>
        <p:nvSpPr>
          <p:cNvPr id="238" name="Google Shape;238;p18"/>
          <p:cNvSpPr/>
          <p:nvPr>
            <p:ph idx="14" type="pic"/>
          </p:nvPr>
        </p:nvSpPr>
        <p:spPr>
          <a:xfrm>
            <a:off x="4526150" y="1673825"/>
            <a:ext cx="1399500" cy="933300"/>
          </a:xfrm>
          <a:prstGeom prst="rect">
            <a:avLst/>
          </a:prstGeom>
        </p:spPr>
      </p:sp>
      <p:sp>
        <p:nvSpPr>
          <p:cNvPr id="239" name="Google Shape;239;p18"/>
          <p:cNvSpPr/>
          <p:nvPr>
            <p:ph idx="15" type="pic"/>
          </p:nvPr>
        </p:nvSpPr>
        <p:spPr>
          <a:xfrm>
            <a:off x="4526150" y="2683325"/>
            <a:ext cx="1399500" cy="933300"/>
          </a:xfrm>
          <a:prstGeom prst="rect">
            <a:avLst/>
          </a:prstGeom>
        </p:spPr>
      </p:sp>
      <p:sp>
        <p:nvSpPr>
          <p:cNvPr id="240" name="Google Shape;240;p18"/>
          <p:cNvSpPr/>
          <p:nvPr>
            <p:ph idx="16" type="pic"/>
          </p:nvPr>
        </p:nvSpPr>
        <p:spPr>
          <a:xfrm>
            <a:off x="4526150" y="3692825"/>
            <a:ext cx="1399500" cy="933300"/>
          </a:xfrm>
          <a:prstGeom prst="rect">
            <a:avLst/>
          </a:prstGeom>
        </p:spPr>
      </p:sp>
      <p:pic>
        <p:nvPicPr>
          <p:cNvPr id="241" name="Google Shape;241;p18"/>
          <p:cNvPicPr preferRelativeResize="0"/>
          <p:nvPr>
            <p:ph idx="17" type="pic"/>
          </p:nvPr>
        </p:nvPicPr>
        <p:blipFill rotWithShape="1">
          <a:blip r:embed="rId6">
            <a:alphaModFix/>
          </a:blip>
          <a:srcRect b="10" l="0" r="0" t="10"/>
          <a:stretch/>
        </p:blipFill>
        <p:spPr>
          <a:xfrm>
            <a:off x="3048000" y="664325"/>
            <a:ext cx="1399501" cy="933299"/>
          </a:xfrm>
          <a:prstGeom prst="rect">
            <a:avLst/>
          </a:prstGeom>
        </p:spPr>
      </p:pic>
      <p:sp>
        <p:nvSpPr>
          <p:cNvPr id="242" name="Google Shape;242;p18"/>
          <p:cNvSpPr/>
          <p:nvPr>
            <p:ph idx="18" type="pic"/>
          </p:nvPr>
        </p:nvSpPr>
        <p:spPr>
          <a:xfrm>
            <a:off x="3048000" y="1673825"/>
            <a:ext cx="1399500" cy="933300"/>
          </a:xfrm>
          <a:prstGeom prst="rect">
            <a:avLst/>
          </a:prstGeom>
        </p:spPr>
      </p:sp>
      <p:sp>
        <p:nvSpPr>
          <p:cNvPr id="243" name="Google Shape;243;p18"/>
          <p:cNvSpPr/>
          <p:nvPr>
            <p:ph idx="19" type="pic"/>
          </p:nvPr>
        </p:nvSpPr>
        <p:spPr>
          <a:xfrm>
            <a:off x="3048000" y="2683325"/>
            <a:ext cx="1399500" cy="933300"/>
          </a:xfrm>
          <a:prstGeom prst="rect">
            <a:avLst/>
          </a:prstGeom>
        </p:spPr>
      </p:sp>
      <p:sp>
        <p:nvSpPr>
          <p:cNvPr id="244" name="Google Shape;244;p18"/>
          <p:cNvSpPr/>
          <p:nvPr>
            <p:ph idx="20" type="pic"/>
          </p:nvPr>
        </p:nvSpPr>
        <p:spPr>
          <a:xfrm>
            <a:off x="3048000" y="3692825"/>
            <a:ext cx="1399500" cy="933300"/>
          </a:xfrm>
          <a:prstGeom prst="rect">
            <a:avLst/>
          </a:prstGeom>
        </p:spPr>
      </p:sp>
      <p:pic>
        <p:nvPicPr>
          <p:cNvPr id="245" name="Google Shape;245;p18"/>
          <p:cNvPicPr preferRelativeResize="0"/>
          <p:nvPr>
            <p:ph idx="21" type="pic"/>
          </p:nvPr>
        </p:nvPicPr>
        <p:blipFill rotWithShape="1">
          <a:blip r:embed="rId7">
            <a:alphaModFix/>
          </a:blip>
          <a:srcRect b="10" l="0" r="0" t="10"/>
          <a:stretch/>
        </p:blipFill>
        <p:spPr>
          <a:xfrm>
            <a:off x="1574750" y="664325"/>
            <a:ext cx="1399501" cy="933299"/>
          </a:xfrm>
          <a:prstGeom prst="rect">
            <a:avLst/>
          </a:prstGeom>
        </p:spPr>
      </p:pic>
      <p:sp>
        <p:nvSpPr>
          <p:cNvPr id="246" name="Google Shape;246;p18"/>
          <p:cNvSpPr/>
          <p:nvPr>
            <p:ph idx="22" type="pic"/>
          </p:nvPr>
        </p:nvSpPr>
        <p:spPr>
          <a:xfrm>
            <a:off x="1574750" y="1673825"/>
            <a:ext cx="1399500" cy="933300"/>
          </a:xfrm>
          <a:prstGeom prst="rect">
            <a:avLst/>
          </a:prstGeom>
        </p:spPr>
      </p:sp>
      <p:sp>
        <p:nvSpPr>
          <p:cNvPr id="247" name="Google Shape;247;p18"/>
          <p:cNvSpPr/>
          <p:nvPr>
            <p:ph idx="23" type="pic"/>
          </p:nvPr>
        </p:nvSpPr>
        <p:spPr>
          <a:xfrm>
            <a:off x="1574750" y="2683325"/>
            <a:ext cx="1399500" cy="933300"/>
          </a:xfrm>
          <a:prstGeom prst="rect">
            <a:avLst/>
          </a:prstGeom>
        </p:spPr>
      </p:sp>
      <p:sp>
        <p:nvSpPr>
          <p:cNvPr id="248" name="Google Shape;248;p18"/>
          <p:cNvSpPr/>
          <p:nvPr>
            <p:ph idx="24" type="pic"/>
          </p:nvPr>
        </p:nvSpPr>
        <p:spPr>
          <a:xfrm>
            <a:off x="1574750" y="3692825"/>
            <a:ext cx="1399500" cy="933300"/>
          </a:xfrm>
          <a:prstGeom prst="rect">
            <a:avLst/>
          </a:prstGeom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9"/>
          <p:cNvSpPr txBox="1"/>
          <p:nvPr>
            <p:ph type="title"/>
          </p:nvPr>
        </p:nvSpPr>
        <p:spPr>
          <a:xfrm>
            <a:off x="205225" y="582850"/>
            <a:ext cx="1159200" cy="20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White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—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Ramekins</a:t>
            </a:r>
            <a:endParaRPr/>
          </a:p>
        </p:txBody>
      </p:sp>
      <p:sp>
        <p:nvSpPr>
          <p:cNvPr id="254" name="Google Shape;254;p19">
            <a:hlinkClick action="ppaction://hlinksldjump" r:id="rId3"/>
          </p:cNvPr>
          <p:cNvSpPr/>
          <p:nvPr/>
        </p:nvSpPr>
        <p:spPr>
          <a:xfrm>
            <a:off x="286825" y="4171625"/>
            <a:ext cx="996000" cy="4545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&lt;&lt;&lt; TABLE OF</a:t>
            </a:r>
            <a:endParaRPr b="1" sz="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CONTENTS</a:t>
            </a:r>
            <a:endParaRPr b="1" sz="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5" name="Google Shape;255;p19"/>
          <p:cNvSpPr/>
          <p:nvPr>
            <p:ph idx="2" type="pic"/>
          </p:nvPr>
        </p:nvSpPr>
        <p:spPr>
          <a:xfrm>
            <a:off x="7477550" y="664325"/>
            <a:ext cx="1399500" cy="933300"/>
          </a:xfrm>
          <a:prstGeom prst="rect">
            <a:avLst/>
          </a:prstGeom>
        </p:spPr>
      </p:sp>
      <p:sp>
        <p:nvSpPr>
          <p:cNvPr id="256" name="Google Shape;256;p19"/>
          <p:cNvSpPr/>
          <p:nvPr>
            <p:ph idx="3" type="pic"/>
          </p:nvPr>
        </p:nvSpPr>
        <p:spPr>
          <a:xfrm>
            <a:off x="7477550" y="1673825"/>
            <a:ext cx="1399500" cy="933300"/>
          </a:xfrm>
          <a:prstGeom prst="rect">
            <a:avLst/>
          </a:prstGeom>
        </p:spPr>
      </p:sp>
      <p:sp>
        <p:nvSpPr>
          <p:cNvPr id="257" name="Google Shape;257;p19"/>
          <p:cNvSpPr/>
          <p:nvPr>
            <p:ph idx="4" type="pic"/>
          </p:nvPr>
        </p:nvSpPr>
        <p:spPr>
          <a:xfrm>
            <a:off x="7477550" y="2683325"/>
            <a:ext cx="1399500" cy="933300"/>
          </a:xfrm>
          <a:prstGeom prst="rect">
            <a:avLst/>
          </a:prstGeom>
        </p:spPr>
      </p:sp>
      <p:sp>
        <p:nvSpPr>
          <p:cNvPr id="258" name="Google Shape;258;p19"/>
          <p:cNvSpPr/>
          <p:nvPr>
            <p:ph idx="5" type="pic"/>
          </p:nvPr>
        </p:nvSpPr>
        <p:spPr>
          <a:xfrm>
            <a:off x="7477550" y="3692825"/>
            <a:ext cx="1399500" cy="933300"/>
          </a:xfrm>
          <a:prstGeom prst="rect">
            <a:avLst/>
          </a:prstGeom>
        </p:spPr>
      </p:sp>
      <p:sp>
        <p:nvSpPr>
          <p:cNvPr id="259" name="Google Shape;259;p19"/>
          <p:cNvSpPr/>
          <p:nvPr>
            <p:ph idx="6" type="pic"/>
          </p:nvPr>
        </p:nvSpPr>
        <p:spPr>
          <a:xfrm>
            <a:off x="6001850" y="664325"/>
            <a:ext cx="1399500" cy="933300"/>
          </a:xfrm>
          <a:prstGeom prst="rect">
            <a:avLst/>
          </a:prstGeom>
        </p:spPr>
      </p:sp>
      <p:sp>
        <p:nvSpPr>
          <p:cNvPr id="260" name="Google Shape;260;p19"/>
          <p:cNvSpPr/>
          <p:nvPr>
            <p:ph idx="7" type="pic"/>
          </p:nvPr>
        </p:nvSpPr>
        <p:spPr>
          <a:xfrm>
            <a:off x="6001850" y="1673825"/>
            <a:ext cx="1399500" cy="933300"/>
          </a:xfrm>
          <a:prstGeom prst="rect">
            <a:avLst/>
          </a:prstGeom>
        </p:spPr>
      </p:sp>
      <p:sp>
        <p:nvSpPr>
          <p:cNvPr id="261" name="Google Shape;261;p19"/>
          <p:cNvSpPr/>
          <p:nvPr>
            <p:ph idx="8" type="pic"/>
          </p:nvPr>
        </p:nvSpPr>
        <p:spPr>
          <a:xfrm>
            <a:off x="6001850" y="2683325"/>
            <a:ext cx="1399500" cy="933300"/>
          </a:xfrm>
          <a:prstGeom prst="rect">
            <a:avLst/>
          </a:prstGeom>
        </p:spPr>
      </p:sp>
      <p:sp>
        <p:nvSpPr>
          <p:cNvPr id="262" name="Google Shape;262;p19"/>
          <p:cNvSpPr/>
          <p:nvPr>
            <p:ph idx="9" type="pic"/>
          </p:nvPr>
        </p:nvSpPr>
        <p:spPr>
          <a:xfrm>
            <a:off x="6001850" y="3692825"/>
            <a:ext cx="1399500" cy="933300"/>
          </a:xfrm>
          <a:prstGeom prst="rect">
            <a:avLst/>
          </a:prstGeom>
        </p:spPr>
      </p:sp>
      <p:sp>
        <p:nvSpPr>
          <p:cNvPr id="263" name="Google Shape;263;p19"/>
          <p:cNvSpPr/>
          <p:nvPr>
            <p:ph idx="13" type="pic"/>
          </p:nvPr>
        </p:nvSpPr>
        <p:spPr>
          <a:xfrm>
            <a:off x="4526150" y="664325"/>
            <a:ext cx="1399500" cy="933300"/>
          </a:xfrm>
          <a:prstGeom prst="rect">
            <a:avLst/>
          </a:prstGeom>
        </p:spPr>
      </p:sp>
      <p:sp>
        <p:nvSpPr>
          <p:cNvPr id="264" name="Google Shape;264;p19"/>
          <p:cNvSpPr/>
          <p:nvPr>
            <p:ph idx="14" type="pic"/>
          </p:nvPr>
        </p:nvSpPr>
        <p:spPr>
          <a:xfrm>
            <a:off x="4526150" y="1673825"/>
            <a:ext cx="1399500" cy="933300"/>
          </a:xfrm>
          <a:prstGeom prst="rect">
            <a:avLst/>
          </a:prstGeom>
        </p:spPr>
      </p:sp>
      <p:sp>
        <p:nvSpPr>
          <p:cNvPr id="265" name="Google Shape;265;p19"/>
          <p:cNvSpPr/>
          <p:nvPr>
            <p:ph idx="15" type="pic"/>
          </p:nvPr>
        </p:nvSpPr>
        <p:spPr>
          <a:xfrm>
            <a:off x="4526150" y="2683325"/>
            <a:ext cx="1399500" cy="933300"/>
          </a:xfrm>
          <a:prstGeom prst="rect">
            <a:avLst/>
          </a:prstGeom>
        </p:spPr>
      </p:sp>
      <p:sp>
        <p:nvSpPr>
          <p:cNvPr id="266" name="Google Shape;266;p19"/>
          <p:cNvSpPr/>
          <p:nvPr>
            <p:ph idx="16" type="pic"/>
          </p:nvPr>
        </p:nvSpPr>
        <p:spPr>
          <a:xfrm>
            <a:off x="4526150" y="3692825"/>
            <a:ext cx="1399500" cy="933300"/>
          </a:xfrm>
          <a:prstGeom prst="rect">
            <a:avLst/>
          </a:prstGeom>
        </p:spPr>
      </p:sp>
      <p:pic>
        <p:nvPicPr>
          <p:cNvPr id="267" name="Google Shape;267;p19"/>
          <p:cNvPicPr preferRelativeResize="0"/>
          <p:nvPr>
            <p:ph idx="17" type="pic"/>
          </p:nvPr>
        </p:nvPicPr>
        <p:blipFill rotWithShape="1">
          <a:blip r:embed="rId4">
            <a:alphaModFix/>
          </a:blip>
          <a:srcRect b="10" l="0" r="0" t="10"/>
          <a:stretch/>
        </p:blipFill>
        <p:spPr>
          <a:xfrm>
            <a:off x="3048000" y="664325"/>
            <a:ext cx="1399501" cy="933299"/>
          </a:xfrm>
          <a:prstGeom prst="rect">
            <a:avLst/>
          </a:prstGeom>
        </p:spPr>
      </p:pic>
      <p:sp>
        <p:nvSpPr>
          <p:cNvPr id="268" name="Google Shape;268;p19"/>
          <p:cNvSpPr/>
          <p:nvPr>
            <p:ph idx="18" type="pic"/>
          </p:nvPr>
        </p:nvSpPr>
        <p:spPr>
          <a:xfrm>
            <a:off x="3048000" y="1673825"/>
            <a:ext cx="1399500" cy="933300"/>
          </a:xfrm>
          <a:prstGeom prst="rect">
            <a:avLst/>
          </a:prstGeom>
        </p:spPr>
      </p:sp>
      <p:sp>
        <p:nvSpPr>
          <p:cNvPr id="269" name="Google Shape;269;p19"/>
          <p:cNvSpPr/>
          <p:nvPr>
            <p:ph idx="19" type="pic"/>
          </p:nvPr>
        </p:nvSpPr>
        <p:spPr>
          <a:xfrm>
            <a:off x="3048000" y="2683325"/>
            <a:ext cx="1399500" cy="933300"/>
          </a:xfrm>
          <a:prstGeom prst="rect">
            <a:avLst/>
          </a:prstGeom>
        </p:spPr>
      </p:sp>
      <p:sp>
        <p:nvSpPr>
          <p:cNvPr id="270" name="Google Shape;270;p19"/>
          <p:cNvSpPr/>
          <p:nvPr>
            <p:ph idx="20" type="pic"/>
          </p:nvPr>
        </p:nvSpPr>
        <p:spPr>
          <a:xfrm>
            <a:off x="3048000" y="3692825"/>
            <a:ext cx="1399500" cy="933300"/>
          </a:xfrm>
          <a:prstGeom prst="rect">
            <a:avLst/>
          </a:prstGeom>
        </p:spPr>
      </p:sp>
      <p:pic>
        <p:nvPicPr>
          <p:cNvPr id="271" name="Google Shape;271;p19"/>
          <p:cNvPicPr preferRelativeResize="0"/>
          <p:nvPr>
            <p:ph idx="21" type="pic"/>
          </p:nvPr>
        </p:nvPicPr>
        <p:blipFill rotWithShape="1">
          <a:blip r:embed="rId5">
            <a:alphaModFix/>
          </a:blip>
          <a:srcRect b="10" l="0" r="0" t="10"/>
          <a:stretch/>
        </p:blipFill>
        <p:spPr>
          <a:xfrm>
            <a:off x="1574750" y="664325"/>
            <a:ext cx="1399501" cy="933299"/>
          </a:xfrm>
          <a:prstGeom prst="rect">
            <a:avLst/>
          </a:prstGeom>
        </p:spPr>
      </p:pic>
      <p:sp>
        <p:nvSpPr>
          <p:cNvPr id="272" name="Google Shape;272;p19"/>
          <p:cNvSpPr/>
          <p:nvPr>
            <p:ph idx="22" type="pic"/>
          </p:nvPr>
        </p:nvSpPr>
        <p:spPr>
          <a:xfrm>
            <a:off x="1574750" y="1673825"/>
            <a:ext cx="1399500" cy="933300"/>
          </a:xfrm>
          <a:prstGeom prst="rect">
            <a:avLst/>
          </a:prstGeom>
        </p:spPr>
      </p:sp>
      <p:sp>
        <p:nvSpPr>
          <p:cNvPr id="273" name="Google Shape;273;p19"/>
          <p:cNvSpPr/>
          <p:nvPr>
            <p:ph idx="23" type="pic"/>
          </p:nvPr>
        </p:nvSpPr>
        <p:spPr>
          <a:xfrm>
            <a:off x="1574750" y="2683325"/>
            <a:ext cx="1399500" cy="933300"/>
          </a:xfrm>
          <a:prstGeom prst="rect">
            <a:avLst/>
          </a:prstGeom>
        </p:spPr>
      </p:sp>
      <p:sp>
        <p:nvSpPr>
          <p:cNvPr id="274" name="Google Shape;274;p19"/>
          <p:cNvSpPr/>
          <p:nvPr>
            <p:ph idx="24" type="pic"/>
          </p:nvPr>
        </p:nvSpPr>
        <p:spPr>
          <a:xfrm>
            <a:off x="1574750" y="3692825"/>
            <a:ext cx="1399500" cy="933300"/>
          </a:xfrm>
          <a:prstGeom prst="rect">
            <a:avLst/>
          </a:prstGeom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0"/>
          <p:cNvSpPr txBox="1"/>
          <p:nvPr>
            <p:ph type="title"/>
          </p:nvPr>
        </p:nvSpPr>
        <p:spPr>
          <a:xfrm>
            <a:off x="205225" y="582850"/>
            <a:ext cx="1159200" cy="20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White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—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Cups</a:t>
            </a:r>
            <a:endParaRPr/>
          </a:p>
        </p:txBody>
      </p:sp>
      <p:sp>
        <p:nvSpPr>
          <p:cNvPr id="280" name="Google Shape;280;p20">
            <a:hlinkClick action="ppaction://hlinksldjump" r:id="rId3"/>
          </p:cNvPr>
          <p:cNvSpPr/>
          <p:nvPr/>
        </p:nvSpPr>
        <p:spPr>
          <a:xfrm>
            <a:off x="286825" y="4171625"/>
            <a:ext cx="996000" cy="4545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&lt;&lt;&lt; TABLE OF</a:t>
            </a:r>
            <a:endParaRPr b="1" sz="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CONTENTS</a:t>
            </a:r>
            <a:endParaRPr b="1" sz="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1" name="Google Shape;281;p20"/>
          <p:cNvSpPr/>
          <p:nvPr>
            <p:ph idx="2" type="pic"/>
          </p:nvPr>
        </p:nvSpPr>
        <p:spPr>
          <a:xfrm>
            <a:off x="7477550" y="664325"/>
            <a:ext cx="1399500" cy="933300"/>
          </a:xfrm>
          <a:prstGeom prst="rect">
            <a:avLst/>
          </a:prstGeom>
        </p:spPr>
      </p:sp>
      <p:sp>
        <p:nvSpPr>
          <p:cNvPr id="282" name="Google Shape;282;p20"/>
          <p:cNvSpPr/>
          <p:nvPr>
            <p:ph idx="3" type="pic"/>
          </p:nvPr>
        </p:nvSpPr>
        <p:spPr>
          <a:xfrm>
            <a:off x="7477550" y="1673825"/>
            <a:ext cx="1399500" cy="933300"/>
          </a:xfrm>
          <a:prstGeom prst="rect">
            <a:avLst/>
          </a:prstGeom>
        </p:spPr>
      </p:sp>
      <p:sp>
        <p:nvSpPr>
          <p:cNvPr id="283" name="Google Shape;283;p20"/>
          <p:cNvSpPr/>
          <p:nvPr>
            <p:ph idx="4" type="pic"/>
          </p:nvPr>
        </p:nvSpPr>
        <p:spPr>
          <a:xfrm>
            <a:off x="7477550" y="2683325"/>
            <a:ext cx="1399500" cy="933300"/>
          </a:xfrm>
          <a:prstGeom prst="rect">
            <a:avLst/>
          </a:prstGeom>
        </p:spPr>
      </p:sp>
      <p:sp>
        <p:nvSpPr>
          <p:cNvPr id="284" name="Google Shape;284;p20"/>
          <p:cNvSpPr/>
          <p:nvPr>
            <p:ph idx="5" type="pic"/>
          </p:nvPr>
        </p:nvSpPr>
        <p:spPr>
          <a:xfrm>
            <a:off x="7477550" y="3692825"/>
            <a:ext cx="1399500" cy="933300"/>
          </a:xfrm>
          <a:prstGeom prst="rect">
            <a:avLst/>
          </a:prstGeom>
        </p:spPr>
      </p:sp>
      <p:sp>
        <p:nvSpPr>
          <p:cNvPr id="285" name="Google Shape;285;p20"/>
          <p:cNvSpPr/>
          <p:nvPr>
            <p:ph idx="6" type="pic"/>
          </p:nvPr>
        </p:nvSpPr>
        <p:spPr>
          <a:xfrm>
            <a:off x="6001850" y="664325"/>
            <a:ext cx="1399500" cy="933300"/>
          </a:xfrm>
          <a:prstGeom prst="rect">
            <a:avLst/>
          </a:prstGeom>
        </p:spPr>
      </p:sp>
      <p:sp>
        <p:nvSpPr>
          <p:cNvPr id="286" name="Google Shape;286;p20"/>
          <p:cNvSpPr/>
          <p:nvPr>
            <p:ph idx="7" type="pic"/>
          </p:nvPr>
        </p:nvSpPr>
        <p:spPr>
          <a:xfrm>
            <a:off x="6001850" y="1673825"/>
            <a:ext cx="1399500" cy="933300"/>
          </a:xfrm>
          <a:prstGeom prst="rect">
            <a:avLst/>
          </a:prstGeom>
        </p:spPr>
      </p:sp>
      <p:sp>
        <p:nvSpPr>
          <p:cNvPr id="287" name="Google Shape;287;p20"/>
          <p:cNvSpPr/>
          <p:nvPr>
            <p:ph idx="8" type="pic"/>
          </p:nvPr>
        </p:nvSpPr>
        <p:spPr>
          <a:xfrm>
            <a:off x="6001850" y="2683325"/>
            <a:ext cx="1399500" cy="933300"/>
          </a:xfrm>
          <a:prstGeom prst="rect">
            <a:avLst/>
          </a:prstGeom>
        </p:spPr>
      </p:sp>
      <p:sp>
        <p:nvSpPr>
          <p:cNvPr id="288" name="Google Shape;288;p20"/>
          <p:cNvSpPr/>
          <p:nvPr>
            <p:ph idx="9" type="pic"/>
          </p:nvPr>
        </p:nvSpPr>
        <p:spPr>
          <a:xfrm>
            <a:off x="6001850" y="3692825"/>
            <a:ext cx="1399500" cy="933300"/>
          </a:xfrm>
          <a:prstGeom prst="rect">
            <a:avLst/>
          </a:prstGeom>
        </p:spPr>
      </p:sp>
      <p:pic>
        <p:nvPicPr>
          <p:cNvPr id="289" name="Google Shape;289;p20"/>
          <p:cNvPicPr preferRelativeResize="0"/>
          <p:nvPr>
            <p:ph idx="13" type="pic"/>
          </p:nvPr>
        </p:nvPicPr>
        <p:blipFill rotWithShape="1">
          <a:blip r:embed="rId4">
            <a:alphaModFix/>
          </a:blip>
          <a:srcRect b="10" l="0" r="0" t="10"/>
          <a:stretch/>
        </p:blipFill>
        <p:spPr>
          <a:xfrm>
            <a:off x="4526150" y="664325"/>
            <a:ext cx="1399501" cy="933299"/>
          </a:xfrm>
          <a:prstGeom prst="rect">
            <a:avLst/>
          </a:prstGeom>
        </p:spPr>
      </p:pic>
      <p:sp>
        <p:nvSpPr>
          <p:cNvPr id="290" name="Google Shape;290;p20"/>
          <p:cNvSpPr/>
          <p:nvPr>
            <p:ph idx="14" type="pic"/>
          </p:nvPr>
        </p:nvSpPr>
        <p:spPr>
          <a:xfrm>
            <a:off x="4526150" y="1673825"/>
            <a:ext cx="1399500" cy="933300"/>
          </a:xfrm>
          <a:prstGeom prst="rect">
            <a:avLst/>
          </a:prstGeom>
        </p:spPr>
      </p:sp>
      <p:sp>
        <p:nvSpPr>
          <p:cNvPr id="291" name="Google Shape;291;p20"/>
          <p:cNvSpPr/>
          <p:nvPr>
            <p:ph idx="15" type="pic"/>
          </p:nvPr>
        </p:nvSpPr>
        <p:spPr>
          <a:xfrm>
            <a:off x="4526150" y="2683325"/>
            <a:ext cx="1399500" cy="933300"/>
          </a:xfrm>
          <a:prstGeom prst="rect">
            <a:avLst/>
          </a:prstGeom>
        </p:spPr>
      </p:sp>
      <p:sp>
        <p:nvSpPr>
          <p:cNvPr id="292" name="Google Shape;292;p20"/>
          <p:cNvSpPr/>
          <p:nvPr>
            <p:ph idx="16" type="pic"/>
          </p:nvPr>
        </p:nvSpPr>
        <p:spPr>
          <a:xfrm>
            <a:off x="4526150" y="3692825"/>
            <a:ext cx="1399500" cy="933300"/>
          </a:xfrm>
          <a:prstGeom prst="rect">
            <a:avLst/>
          </a:prstGeom>
        </p:spPr>
      </p:sp>
      <p:pic>
        <p:nvPicPr>
          <p:cNvPr id="293" name="Google Shape;293;p20"/>
          <p:cNvPicPr preferRelativeResize="0"/>
          <p:nvPr>
            <p:ph idx="17" type="pic"/>
          </p:nvPr>
        </p:nvPicPr>
        <p:blipFill rotWithShape="1">
          <a:blip r:embed="rId5">
            <a:alphaModFix/>
          </a:blip>
          <a:srcRect b="10" l="0" r="0" t="10"/>
          <a:stretch/>
        </p:blipFill>
        <p:spPr>
          <a:xfrm>
            <a:off x="3048000" y="664325"/>
            <a:ext cx="1399501" cy="933299"/>
          </a:xfrm>
          <a:prstGeom prst="rect">
            <a:avLst/>
          </a:prstGeom>
        </p:spPr>
      </p:pic>
      <p:sp>
        <p:nvSpPr>
          <p:cNvPr id="294" name="Google Shape;294;p20"/>
          <p:cNvSpPr/>
          <p:nvPr>
            <p:ph idx="18" type="pic"/>
          </p:nvPr>
        </p:nvSpPr>
        <p:spPr>
          <a:xfrm>
            <a:off x="3048000" y="1673825"/>
            <a:ext cx="1399500" cy="933300"/>
          </a:xfrm>
          <a:prstGeom prst="rect">
            <a:avLst/>
          </a:prstGeom>
        </p:spPr>
      </p:sp>
      <p:sp>
        <p:nvSpPr>
          <p:cNvPr id="295" name="Google Shape;295;p20"/>
          <p:cNvSpPr/>
          <p:nvPr>
            <p:ph idx="19" type="pic"/>
          </p:nvPr>
        </p:nvSpPr>
        <p:spPr>
          <a:xfrm>
            <a:off x="3048000" y="2683325"/>
            <a:ext cx="1399500" cy="933300"/>
          </a:xfrm>
          <a:prstGeom prst="rect">
            <a:avLst/>
          </a:prstGeom>
        </p:spPr>
      </p:sp>
      <p:sp>
        <p:nvSpPr>
          <p:cNvPr id="296" name="Google Shape;296;p20"/>
          <p:cNvSpPr/>
          <p:nvPr>
            <p:ph idx="20" type="pic"/>
          </p:nvPr>
        </p:nvSpPr>
        <p:spPr>
          <a:xfrm>
            <a:off x="3048000" y="3692825"/>
            <a:ext cx="1399500" cy="933300"/>
          </a:xfrm>
          <a:prstGeom prst="rect">
            <a:avLst/>
          </a:prstGeom>
        </p:spPr>
      </p:sp>
      <p:pic>
        <p:nvPicPr>
          <p:cNvPr id="297" name="Google Shape;297;p20"/>
          <p:cNvPicPr preferRelativeResize="0"/>
          <p:nvPr>
            <p:ph idx="21" type="pic"/>
          </p:nvPr>
        </p:nvPicPr>
        <p:blipFill rotWithShape="1">
          <a:blip r:embed="rId6">
            <a:alphaModFix/>
          </a:blip>
          <a:srcRect b="10" l="0" r="0" t="10"/>
          <a:stretch/>
        </p:blipFill>
        <p:spPr>
          <a:xfrm>
            <a:off x="1574750" y="664325"/>
            <a:ext cx="1399501" cy="933299"/>
          </a:xfrm>
          <a:prstGeom prst="rect">
            <a:avLst/>
          </a:prstGeom>
        </p:spPr>
      </p:pic>
      <p:sp>
        <p:nvSpPr>
          <p:cNvPr id="298" name="Google Shape;298;p20"/>
          <p:cNvSpPr/>
          <p:nvPr>
            <p:ph idx="22" type="pic"/>
          </p:nvPr>
        </p:nvSpPr>
        <p:spPr>
          <a:xfrm>
            <a:off x="1574750" y="1673825"/>
            <a:ext cx="1399500" cy="933300"/>
          </a:xfrm>
          <a:prstGeom prst="rect">
            <a:avLst/>
          </a:prstGeom>
        </p:spPr>
      </p:sp>
      <p:sp>
        <p:nvSpPr>
          <p:cNvPr id="299" name="Google Shape;299;p20"/>
          <p:cNvSpPr/>
          <p:nvPr>
            <p:ph idx="23" type="pic"/>
          </p:nvPr>
        </p:nvSpPr>
        <p:spPr>
          <a:xfrm>
            <a:off x="1574750" y="2683325"/>
            <a:ext cx="1399500" cy="933300"/>
          </a:xfrm>
          <a:prstGeom prst="rect">
            <a:avLst/>
          </a:prstGeom>
        </p:spPr>
      </p:sp>
      <p:sp>
        <p:nvSpPr>
          <p:cNvPr id="300" name="Google Shape;300;p20"/>
          <p:cNvSpPr/>
          <p:nvPr>
            <p:ph idx="24" type="pic"/>
          </p:nvPr>
        </p:nvSpPr>
        <p:spPr>
          <a:xfrm>
            <a:off x="1574750" y="3692825"/>
            <a:ext cx="1399500" cy="933300"/>
          </a:xfrm>
          <a:prstGeom prst="rect">
            <a:avLst/>
          </a:prstGeom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1"/>
          <p:cNvSpPr txBox="1"/>
          <p:nvPr>
            <p:ph type="title"/>
          </p:nvPr>
        </p:nvSpPr>
        <p:spPr>
          <a:xfrm>
            <a:off x="205225" y="582850"/>
            <a:ext cx="1159200" cy="20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White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—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Clamshell Box</a:t>
            </a:r>
            <a:endParaRPr/>
          </a:p>
        </p:txBody>
      </p:sp>
      <p:sp>
        <p:nvSpPr>
          <p:cNvPr id="306" name="Google Shape;306;p21">
            <a:hlinkClick action="ppaction://hlinksldjump" r:id="rId3"/>
          </p:cNvPr>
          <p:cNvSpPr/>
          <p:nvPr/>
        </p:nvSpPr>
        <p:spPr>
          <a:xfrm>
            <a:off x="286825" y="4171625"/>
            <a:ext cx="996000" cy="4545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&lt;&lt;&lt; TABLE OF</a:t>
            </a:r>
            <a:endParaRPr b="1" sz="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CONTENTS</a:t>
            </a:r>
            <a:endParaRPr b="1" sz="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07" name="Google Shape;307;p21"/>
          <p:cNvPicPr preferRelativeResize="0"/>
          <p:nvPr>
            <p:ph idx="2" type="pic"/>
          </p:nvPr>
        </p:nvPicPr>
        <p:blipFill rotWithShape="1">
          <a:blip r:embed="rId4">
            <a:alphaModFix/>
          </a:blip>
          <a:srcRect b="10" l="0" r="0" t="10"/>
          <a:stretch/>
        </p:blipFill>
        <p:spPr>
          <a:xfrm>
            <a:off x="7477550" y="664325"/>
            <a:ext cx="1399501" cy="933299"/>
          </a:xfrm>
          <a:prstGeom prst="rect">
            <a:avLst/>
          </a:prstGeom>
        </p:spPr>
      </p:pic>
      <p:sp>
        <p:nvSpPr>
          <p:cNvPr id="308" name="Google Shape;308;p21"/>
          <p:cNvSpPr/>
          <p:nvPr>
            <p:ph idx="3" type="pic"/>
          </p:nvPr>
        </p:nvSpPr>
        <p:spPr>
          <a:xfrm>
            <a:off x="7477550" y="1673825"/>
            <a:ext cx="1399500" cy="933300"/>
          </a:xfrm>
          <a:prstGeom prst="rect">
            <a:avLst/>
          </a:prstGeom>
        </p:spPr>
      </p:sp>
      <p:sp>
        <p:nvSpPr>
          <p:cNvPr id="309" name="Google Shape;309;p21"/>
          <p:cNvSpPr/>
          <p:nvPr>
            <p:ph idx="4" type="pic"/>
          </p:nvPr>
        </p:nvSpPr>
        <p:spPr>
          <a:xfrm>
            <a:off x="7477550" y="2683325"/>
            <a:ext cx="1399500" cy="933300"/>
          </a:xfrm>
          <a:prstGeom prst="rect">
            <a:avLst/>
          </a:prstGeom>
        </p:spPr>
      </p:sp>
      <p:sp>
        <p:nvSpPr>
          <p:cNvPr id="310" name="Google Shape;310;p21"/>
          <p:cNvSpPr/>
          <p:nvPr>
            <p:ph idx="5" type="pic"/>
          </p:nvPr>
        </p:nvSpPr>
        <p:spPr>
          <a:xfrm>
            <a:off x="7477550" y="3692825"/>
            <a:ext cx="1399500" cy="933300"/>
          </a:xfrm>
          <a:prstGeom prst="rect">
            <a:avLst/>
          </a:prstGeom>
        </p:spPr>
      </p:sp>
      <p:pic>
        <p:nvPicPr>
          <p:cNvPr id="311" name="Google Shape;311;p21"/>
          <p:cNvPicPr preferRelativeResize="0"/>
          <p:nvPr>
            <p:ph idx="6" type="pic"/>
          </p:nvPr>
        </p:nvPicPr>
        <p:blipFill rotWithShape="1">
          <a:blip r:embed="rId5">
            <a:alphaModFix/>
          </a:blip>
          <a:srcRect b="10" l="0" r="0" t="10"/>
          <a:stretch/>
        </p:blipFill>
        <p:spPr>
          <a:xfrm>
            <a:off x="6001850" y="664325"/>
            <a:ext cx="1399501" cy="933299"/>
          </a:xfrm>
          <a:prstGeom prst="rect">
            <a:avLst/>
          </a:prstGeom>
        </p:spPr>
      </p:pic>
      <p:sp>
        <p:nvSpPr>
          <p:cNvPr id="312" name="Google Shape;312;p21"/>
          <p:cNvSpPr/>
          <p:nvPr>
            <p:ph idx="7" type="pic"/>
          </p:nvPr>
        </p:nvSpPr>
        <p:spPr>
          <a:xfrm>
            <a:off x="6001850" y="1673825"/>
            <a:ext cx="1399500" cy="933300"/>
          </a:xfrm>
          <a:prstGeom prst="rect">
            <a:avLst/>
          </a:prstGeom>
        </p:spPr>
      </p:sp>
      <p:sp>
        <p:nvSpPr>
          <p:cNvPr id="313" name="Google Shape;313;p21"/>
          <p:cNvSpPr/>
          <p:nvPr>
            <p:ph idx="8" type="pic"/>
          </p:nvPr>
        </p:nvSpPr>
        <p:spPr>
          <a:xfrm>
            <a:off x="6001850" y="2683325"/>
            <a:ext cx="1399500" cy="933300"/>
          </a:xfrm>
          <a:prstGeom prst="rect">
            <a:avLst/>
          </a:prstGeom>
        </p:spPr>
      </p:sp>
      <p:sp>
        <p:nvSpPr>
          <p:cNvPr id="314" name="Google Shape;314;p21"/>
          <p:cNvSpPr/>
          <p:nvPr>
            <p:ph idx="9" type="pic"/>
          </p:nvPr>
        </p:nvSpPr>
        <p:spPr>
          <a:xfrm>
            <a:off x="6001850" y="3692825"/>
            <a:ext cx="1399500" cy="933300"/>
          </a:xfrm>
          <a:prstGeom prst="rect">
            <a:avLst/>
          </a:prstGeom>
        </p:spPr>
      </p:sp>
      <p:pic>
        <p:nvPicPr>
          <p:cNvPr id="315" name="Google Shape;315;p21"/>
          <p:cNvPicPr preferRelativeResize="0"/>
          <p:nvPr>
            <p:ph idx="13" type="pic"/>
          </p:nvPr>
        </p:nvPicPr>
        <p:blipFill rotWithShape="1">
          <a:blip r:embed="rId6">
            <a:alphaModFix/>
          </a:blip>
          <a:srcRect b="10" l="0" r="0" t="10"/>
          <a:stretch/>
        </p:blipFill>
        <p:spPr>
          <a:xfrm>
            <a:off x="4526150" y="664325"/>
            <a:ext cx="1399501" cy="933299"/>
          </a:xfrm>
          <a:prstGeom prst="rect">
            <a:avLst/>
          </a:prstGeom>
        </p:spPr>
      </p:pic>
      <p:pic>
        <p:nvPicPr>
          <p:cNvPr id="316" name="Google Shape;316;p21"/>
          <p:cNvPicPr preferRelativeResize="0"/>
          <p:nvPr>
            <p:ph idx="14" type="pic"/>
          </p:nvPr>
        </p:nvPicPr>
        <p:blipFill rotWithShape="1">
          <a:blip r:embed="rId7">
            <a:alphaModFix/>
          </a:blip>
          <a:srcRect b="10" l="0" r="0" t="10"/>
          <a:stretch/>
        </p:blipFill>
        <p:spPr>
          <a:xfrm>
            <a:off x="4526150" y="1673825"/>
            <a:ext cx="1399501" cy="933299"/>
          </a:xfrm>
          <a:prstGeom prst="rect">
            <a:avLst/>
          </a:prstGeom>
        </p:spPr>
      </p:pic>
      <p:sp>
        <p:nvSpPr>
          <p:cNvPr id="317" name="Google Shape;317;p21"/>
          <p:cNvSpPr/>
          <p:nvPr>
            <p:ph idx="15" type="pic"/>
          </p:nvPr>
        </p:nvSpPr>
        <p:spPr>
          <a:xfrm>
            <a:off x="4526150" y="2683325"/>
            <a:ext cx="1399500" cy="933300"/>
          </a:xfrm>
          <a:prstGeom prst="rect">
            <a:avLst/>
          </a:prstGeom>
        </p:spPr>
      </p:sp>
      <p:sp>
        <p:nvSpPr>
          <p:cNvPr id="318" name="Google Shape;318;p21"/>
          <p:cNvSpPr/>
          <p:nvPr>
            <p:ph idx="16" type="pic"/>
          </p:nvPr>
        </p:nvSpPr>
        <p:spPr>
          <a:xfrm>
            <a:off x="4526150" y="3692825"/>
            <a:ext cx="1399500" cy="933300"/>
          </a:xfrm>
          <a:prstGeom prst="rect">
            <a:avLst/>
          </a:prstGeom>
        </p:spPr>
      </p:sp>
      <p:pic>
        <p:nvPicPr>
          <p:cNvPr id="319" name="Google Shape;319;p21"/>
          <p:cNvPicPr preferRelativeResize="0"/>
          <p:nvPr>
            <p:ph idx="17" type="pic"/>
          </p:nvPr>
        </p:nvPicPr>
        <p:blipFill rotWithShape="1">
          <a:blip r:embed="rId8">
            <a:alphaModFix/>
          </a:blip>
          <a:srcRect b="10" l="0" r="0" t="10"/>
          <a:stretch/>
        </p:blipFill>
        <p:spPr>
          <a:xfrm>
            <a:off x="3048000" y="664325"/>
            <a:ext cx="1399501" cy="933299"/>
          </a:xfrm>
          <a:prstGeom prst="rect">
            <a:avLst/>
          </a:prstGeom>
        </p:spPr>
      </p:pic>
      <p:pic>
        <p:nvPicPr>
          <p:cNvPr id="320" name="Google Shape;320;p21"/>
          <p:cNvPicPr preferRelativeResize="0"/>
          <p:nvPr>
            <p:ph idx="18" type="pic"/>
          </p:nvPr>
        </p:nvPicPr>
        <p:blipFill rotWithShape="1">
          <a:blip r:embed="rId9">
            <a:alphaModFix/>
          </a:blip>
          <a:srcRect b="10" l="0" r="0" t="10"/>
          <a:stretch/>
        </p:blipFill>
        <p:spPr>
          <a:xfrm>
            <a:off x="3048000" y="1673825"/>
            <a:ext cx="1399501" cy="933299"/>
          </a:xfrm>
          <a:prstGeom prst="rect">
            <a:avLst/>
          </a:prstGeom>
        </p:spPr>
      </p:pic>
      <p:sp>
        <p:nvSpPr>
          <p:cNvPr id="321" name="Google Shape;321;p21"/>
          <p:cNvSpPr/>
          <p:nvPr>
            <p:ph idx="19" type="pic"/>
          </p:nvPr>
        </p:nvSpPr>
        <p:spPr>
          <a:xfrm>
            <a:off x="3048000" y="2683325"/>
            <a:ext cx="1399500" cy="933300"/>
          </a:xfrm>
          <a:prstGeom prst="rect">
            <a:avLst/>
          </a:prstGeom>
        </p:spPr>
      </p:sp>
      <p:sp>
        <p:nvSpPr>
          <p:cNvPr id="322" name="Google Shape;322;p21"/>
          <p:cNvSpPr/>
          <p:nvPr>
            <p:ph idx="20" type="pic"/>
          </p:nvPr>
        </p:nvSpPr>
        <p:spPr>
          <a:xfrm>
            <a:off x="3048000" y="3692825"/>
            <a:ext cx="1399500" cy="933300"/>
          </a:xfrm>
          <a:prstGeom prst="rect">
            <a:avLst/>
          </a:prstGeom>
        </p:spPr>
      </p:sp>
      <p:pic>
        <p:nvPicPr>
          <p:cNvPr id="323" name="Google Shape;323;p21"/>
          <p:cNvPicPr preferRelativeResize="0"/>
          <p:nvPr>
            <p:ph idx="21" type="pic"/>
          </p:nvPr>
        </p:nvPicPr>
        <p:blipFill rotWithShape="1">
          <a:blip r:embed="rId10">
            <a:alphaModFix/>
          </a:blip>
          <a:srcRect b="10" l="0" r="0" t="10"/>
          <a:stretch/>
        </p:blipFill>
        <p:spPr>
          <a:xfrm>
            <a:off x="1574750" y="664325"/>
            <a:ext cx="1399501" cy="933299"/>
          </a:xfrm>
          <a:prstGeom prst="rect">
            <a:avLst/>
          </a:prstGeom>
        </p:spPr>
      </p:pic>
      <p:pic>
        <p:nvPicPr>
          <p:cNvPr id="324" name="Google Shape;324;p21"/>
          <p:cNvPicPr preferRelativeResize="0"/>
          <p:nvPr>
            <p:ph idx="22" type="pic"/>
          </p:nvPr>
        </p:nvPicPr>
        <p:blipFill rotWithShape="1">
          <a:blip r:embed="rId11">
            <a:alphaModFix/>
          </a:blip>
          <a:srcRect b="10" l="0" r="0" t="10"/>
          <a:stretch/>
        </p:blipFill>
        <p:spPr>
          <a:xfrm>
            <a:off x="1574750" y="1673825"/>
            <a:ext cx="1399501" cy="933299"/>
          </a:xfrm>
          <a:prstGeom prst="rect">
            <a:avLst/>
          </a:prstGeom>
        </p:spPr>
      </p:pic>
      <p:sp>
        <p:nvSpPr>
          <p:cNvPr id="325" name="Google Shape;325;p21"/>
          <p:cNvSpPr/>
          <p:nvPr>
            <p:ph idx="23" type="pic"/>
          </p:nvPr>
        </p:nvSpPr>
        <p:spPr>
          <a:xfrm>
            <a:off x="1574750" y="2683325"/>
            <a:ext cx="1399500" cy="933300"/>
          </a:xfrm>
          <a:prstGeom prst="rect">
            <a:avLst/>
          </a:prstGeom>
        </p:spPr>
      </p:sp>
      <p:sp>
        <p:nvSpPr>
          <p:cNvPr id="326" name="Google Shape;326;p21"/>
          <p:cNvSpPr/>
          <p:nvPr>
            <p:ph idx="24" type="pic"/>
          </p:nvPr>
        </p:nvSpPr>
        <p:spPr>
          <a:xfrm>
            <a:off x="1574750" y="3692825"/>
            <a:ext cx="1399500" cy="933300"/>
          </a:xfrm>
          <a:prstGeom prst="rect">
            <a:avLst/>
          </a:prstGeom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2"/>
          <p:cNvSpPr txBox="1"/>
          <p:nvPr>
            <p:ph type="title"/>
          </p:nvPr>
        </p:nvSpPr>
        <p:spPr>
          <a:xfrm>
            <a:off x="205225" y="582850"/>
            <a:ext cx="1159200" cy="20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White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—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Others</a:t>
            </a:r>
            <a:endParaRPr/>
          </a:p>
        </p:txBody>
      </p:sp>
      <p:sp>
        <p:nvSpPr>
          <p:cNvPr id="332" name="Google Shape;332;p22">
            <a:hlinkClick action="ppaction://hlinksldjump" r:id="rId3"/>
          </p:cNvPr>
          <p:cNvSpPr/>
          <p:nvPr/>
        </p:nvSpPr>
        <p:spPr>
          <a:xfrm>
            <a:off x="286825" y="4171625"/>
            <a:ext cx="996000" cy="4545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&lt;&lt;&lt; TABLE OF</a:t>
            </a:r>
            <a:endParaRPr b="1" sz="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CONTENTS</a:t>
            </a:r>
            <a:endParaRPr b="1" sz="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3" name="Google Shape;333;p22"/>
          <p:cNvSpPr/>
          <p:nvPr>
            <p:ph idx="2" type="pic"/>
          </p:nvPr>
        </p:nvSpPr>
        <p:spPr>
          <a:xfrm>
            <a:off x="7477550" y="664325"/>
            <a:ext cx="1399500" cy="933300"/>
          </a:xfrm>
          <a:prstGeom prst="rect">
            <a:avLst/>
          </a:prstGeom>
        </p:spPr>
      </p:sp>
      <p:sp>
        <p:nvSpPr>
          <p:cNvPr id="334" name="Google Shape;334;p22"/>
          <p:cNvSpPr/>
          <p:nvPr>
            <p:ph idx="3" type="pic"/>
          </p:nvPr>
        </p:nvSpPr>
        <p:spPr>
          <a:xfrm>
            <a:off x="7477550" y="1673825"/>
            <a:ext cx="1399500" cy="933300"/>
          </a:xfrm>
          <a:prstGeom prst="rect">
            <a:avLst/>
          </a:prstGeom>
        </p:spPr>
      </p:sp>
      <p:sp>
        <p:nvSpPr>
          <p:cNvPr id="335" name="Google Shape;335;p22"/>
          <p:cNvSpPr/>
          <p:nvPr>
            <p:ph idx="4" type="pic"/>
          </p:nvPr>
        </p:nvSpPr>
        <p:spPr>
          <a:xfrm>
            <a:off x="7477550" y="2683325"/>
            <a:ext cx="1399500" cy="933300"/>
          </a:xfrm>
          <a:prstGeom prst="rect">
            <a:avLst/>
          </a:prstGeom>
        </p:spPr>
      </p:sp>
      <p:sp>
        <p:nvSpPr>
          <p:cNvPr id="336" name="Google Shape;336;p22"/>
          <p:cNvSpPr/>
          <p:nvPr>
            <p:ph idx="5" type="pic"/>
          </p:nvPr>
        </p:nvSpPr>
        <p:spPr>
          <a:xfrm>
            <a:off x="7477550" y="3692825"/>
            <a:ext cx="1399500" cy="933300"/>
          </a:xfrm>
          <a:prstGeom prst="rect">
            <a:avLst/>
          </a:prstGeom>
        </p:spPr>
      </p:sp>
      <p:sp>
        <p:nvSpPr>
          <p:cNvPr id="337" name="Google Shape;337;p22"/>
          <p:cNvSpPr/>
          <p:nvPr>
            <p:ph idx="6" type="pic"/>
          </p:nvPr>
        </p:nvSpPr>
        <p:spPr>
          <a:xfrm>
            <a:off x="6001850" y="664325"/>
            <a:ext cx="1399500" cy="933300"/>
          </a:xfrm>
          <a:prstGeom prst="rect">
            <a:avLst/>
          </a:prstGeom>
        </p:spPr>
      </p:sp>
      <p:sp>
        <p:nvSpPr>
          <p:cNvPr id="338" name="Google Shape;338;p22"/>
          <p:cNvSpPr/>
          <p:nvPr>
            <p:ph idx="7" type="pic"/>
          </p:nvPr>
        </p:nvSpPr>
        <p:spPr>
          <a:xfrm>
            <a:off x="6001850" y="1673825"/>
            <a:ext cx="1399500" cy="933300"/>
          </a:xfrm>
          <a:prstGeom prst="rect">
            <a:avLst/>
          </a:prstGeom>
        </p:spPr>
      </p:sp>
      <p:sp>
        <p:nvSpPr>
          <p:cNvPr id="339" name="Google Shape;339;p22"/>
          <p:cNvSpPr/>
          <p:nvPr>
            <p:ph idx="8" type="pic"/>
          </p:nvPr>
        </p:nvSpPr>
        <p:spPr>
          <a:xfrm>
            <a:off x="6001850" y="2683325"/>
            <a:ext cx="1399500" cy="933300"/>
          </a:xfrm>
          <a:prstGeom prst="rect">
            <a:avLst/>
          </a:prstGeom>
        </p:spPr>
      </p:sp>
      <p:sp>
        <p:nvSpPr>
          <p:cNvPr id="340" name="Google Shape;340;p22"/>
          <p:cNvSpPr/>
          <p:nvPr>
            <p:ph idx="9" type="pic"/>
          </p:nvPr>
        </p:nvSpPr>
        <p:spPr>
          <a:xfrm>
            <a:off x="6001850" y="3692825"/>
            <a:ext cx="1399500" cy="933300"/>
          </a:xfrm>
          <a:prstGeom prst="rect">
            <a:avLst/>
          </a:prstGeom>
        </p:spPr>
      </p:sp>
      <p:sp>
        <p:nvSpPr>
          <p:cNvPr id="341" name="Google Shape;341;p22"/>
          <p:cNvSpPr/>
          <p:nvPr>
            <p:ph idx="13" type="pic"/>
          </p:nvPr>
        </p:nvSpPr>
        <p:spPr>
          <a:xfrm>
            <a:off x="4526150" y="664325"/>
            <a:ext cx="1399500" cy="933300"/>
          </a:xfrm>
          <a:prstGeom prst="rect">
            <a:avLst/>
          </a:prstGeom>
        </p:spPr>
      </p:sp>
      <p:sp>
        <p:nvSpPr>
          <p:cNvPr id="342" name="Google Shape;342;p22"/>
          <p:cNvSpPr/>
          <p:nvPr>
            <p:ph idx="14" type="pic"/>
          </p:nvPr>
        </p:nvSpPr>
        <p:spPr>
          <a:xfrm>
            <a:off x="4526150" y="1673825"/>
            <a:ext cx="1399500" cy="933300"/>
          </a:xfrm>
          <a:prstGeom prst="rect">
            <a:avLst/>
          </a:prstGeom>
        </p:spPr>
      </p:sp>
      <p:sp>
        <p:nvSpPr>
          <p:cNvPr id="343" name="Google Shape;343;p22"/>
          <p:cNvSpPr/>
          <p:nvPr>
            <p:ph idx="15" type="pic"/>
          </p:nvPr>
        </p:nvSpPr>
        <p:spPr>
          <a:xfrm>
            <a:off x="4526150" y="2683325"/>
            <a:ext cx="1399500" cy="933300"/>
          </a:xfrm>
          <a:prstGeom prst="rect">
            <a:avLst/>
          </a:prstGeom>
        </p:spPr>
      </p:sp>
      <p:sp>
        <p:nvSpPr>
          <p:cNvPr id="344" name="Google Shape;344;p22"/>
          <p:cNvSpPr/>
          <p:nvPr>
            <p:ph idx="16" type="pic"/>
          </p:nvPr>
        </p:nvSpPr>
        <p:spPr>
          <a:xfrm>
            <a:off x="4526150" y="3692825"/>
            <a:ext cx="1399500" cy="933300"/>
          </a:xfrm>
          <a:prstGeom prst="rect">
            <a:avLst/>
          </a:prstGeom>
        </p:spPr>
      </p:sp>
      <p:sp>
        <p:nvSpPr>
          <p:cNvPr id="345" name="Google Shape;345;p22"/>
          <p:cNvSpPr/>
          <p:nvPr>
            <p:ph idx="17" type="pic"/>
          </p:nvPr>
        </p:nvSpPr>
        <p:spPr>
          <a:xfrm>
            <a:off x="3048000" y="664325"/>
            <a:ext cx="1399500" cy="933300"/>
          </a:xfrm>
          <a:prstGeom prst="rect">
            <a:avLst/>
          </a:prstGeom>
        </p:spPr>
      </p:sp>
      <p:sp>
        <p:nvSpPr>
          <p:cNvPr id="346" name="Google Shape;346;p22"/>
          <p:cNvSpPr/>
          <p:nvPr>
            <p:ph idx="18" type="pic"/>
          </p:nvPr>
        </p:nvSpPr>
        <p:spPr>
          <a:xfrm>
            <a:off x="3048000" y="1673825"/>
            <a:ext cx="1399500" cy="933300"/>
          </a:xfrm>
          <a:prstGeom prst="rect">
            <a:avLst/>
          </a:prstGeom>
        </p:spPr>
      </p:sp>
      <p:sp>
        <p:nvSpPr>
          <p:cNvPr id="347" name="Google Shape;347;p22"/>
          <p:cNvSpPr/>
          <p:nvPr>
            <p:ph idx="19" type="pic"/>
          </p:nvPr>
        </p:nvSpPr>
        <p:spPr>
          <a:xfrm>
            <a:off x="3048000" y="2683325"/>
            <a:ext cx="1399500" cy="933300"/>
          </a:xfrm>
          <a:prstGeom prst="rect">
            <a:avLst/>
          </a:prstGeom>
        </p:spPr>
      </p:sp>
      <p:sp>
        <p:nvSpPr>
          <p:cNvPr id="348" name="Google Shape;348;p22"/>
          <p:cNvSpPr/>
          <p:nvPr>
            <p:ph idx="20" type="pic"/>
          </p:nvPr>
        </p:nvSpPr>
        <p:spPr>
          <a:xfrm>
            <a:off x="3048000" y="3692825"/>
            <a:ext cx="1399500" cy="933300"/>
          </a:xfrm>
          <a:prstGeom prst="rect">
            <a:avLst/>
          </a:prstGeom>
        </p:spPr>
      </p:sp>
      <p:pic>
        <p:nvPicPr>
          <p:cNvPr id="349" name="Google Shape;349;p22"/>
          <p:cNvPicPr preferRelativeResize="0"/>
          <p:nvPr>
            <p:ph idx="21" type="pic"/>
          </p:nvPr>
        </p:nvPicPr>
        <p:blipFill rotWithShape="1">
          <a:blip r:embed="rId4">
            <a:alphaModFix/>
          </a:blip>
          <a:srcRect b="10" l="0" r="0" t="10"/>
          <a:stretch/>
        </p:blipFill>
        <p:spPr>
          <a:xfrm>
            <a:off x="1574750" y="664325"/>
            <a:ext cx="1399501" cy="933299"/>
          </a:xfrm>
          <a:prstGeom prst="rect">
            <a:avLst/>
          </a:prstGeom>
        </p:spPr>
      </p:pic>
      <p:sp>
        <p:nvSpPr>
          <p:cNvPr id="350" name="Google Shape;350;p22"/>
          <p:cNvSpPr/>
          <p:nvPr>
            <p:ph idx="22" type="pic"/>
          </p:nvPr>
        </p:nvSpPr>
        <p:spPr>
          <a:xfrm>
            <a:off x="1574750" y="1673825"/>
            <a:ext cx="1399500" cy="933300"/>
          </a:xfrm>
          <a:prstGeom prst="rect">
            <a:avLst/>
          </a:prstGeom>
        </p:spPr>
      </p:sp>
      <p:sp>
        <p:nvSpPr>
          <p:cNvPr id="351" name="Google Shape;351;p22"/>
          <p:cNvSpPr/>
          <p:nvPr>
            <p:ph idx="23" type="pic"/>
          </p:nvPr>
        </p:nvSpPr>
        <p:spPr>
          <a:xfrm>
            <a:off x="1574750" y="2683325"/>
            <a:ext cx="1399500" cy="933300"/>
          </a:xfrm>
          <a:prstGeom prst="rect">
            <a:avLst/>
          </a:prstGeom>
        </p:spPr>
      </p:sp>
      <p:sp>
        <p:nvSpPr>
          <p:cNvPr id="352" name="Google Shape;352;p22"/>
          <p:cNvSpPr/>
          <p:nvPr>
            <p:ph idx="24" type="pic"/>
          </p:nvPr>
        </p:nvSpPr>
        <p:spPr>
          <a:xfrm>
            <a:off x="1574750" y="3692825"/>
            <a:ext cx="1399500" cy="933300"/>
          </a:xfrm>
          <a:prstGeom prst="rect">
            <a:avLst/>
          </a:prstGeom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3"/>
          <p:cNvSpPr txBox="1"/>
          <p:nvPr>
            <p:ph idx="1" type="body"/>
          </p:nvPr>
        </p:nvSpPr>
        <p:spPr>
          <a:xfrm>
            <a:off x="3733800" y="1218425"/>
            <a:ext cx="2826900" cy="311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Consolas"/>
                <a:ea typeface="Consolas"/>
                <a:cs typeface="Consolas"/>
                <a:sym typeface="Consolas"/>
              </a:rPr>
              <a:t>CATEGORIES</a:t>
            </a:r>
            <a:endParaRPr b="1" sz="1000">
              <a:latin typeface="Consolas"/>
              <a:ea typeface="Consolas"/>
              <a:cs typeface="Consolas"/>
              <a:sym typeface="Consolas"/>
            </a:endParaRPr>
          </a:p>
          <a:p>
            <a:pPr indent="-285750" lvl="0" marL="457200" rtl="0" algn="l">
              <a:spcBef>
                <a:spcPts val="500"/>
              </a:spcBef>
              <a:spcAft>
                <a:spcPts val="0"/>
              </a:spcAft>
              <a:buSzPts val="900"/>
              <a:buAutoNum type="arabicPeriod"/>
            </a:pPr>
            <a:r>
              <a:rPr lang="en" u="sng">
                <a:solidFill>
                  <a:schemeClr val="hlink"/>
                </a:solidFill>
                <a:hlinkClick action="ppaction://hlinksldjump" r:id="rId3"/>
              </a:rPr>
              <a:t>Plates</a:t>
            </a:r>
            <a:r>
              <a:rPr lang="en"/>
              <a:t> </a:t>
            </a:r>
            <a:endParaRPr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AutoNum type="arabicPeriod"/>
            </a:pPr>
            <a:r>
              <a:rPr lang="en" u="sng">
                <a:solidFill>
                  <a:schemeClr val="hlink"/>
                </a:solidFill>
                <a:hlinkClick action="ppaction://hlinksldjump" r:id="rId4"/>
              </a:rPr>
              <a:t>Bowls</a:t>
            </a:r>
            <a:r>
              <a:rPr lang="en"/>
              <a:t> </a:t>
            </a:r>
            <a:endParaRPr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AutoNum type="arabicPeriod"/>
            </a:pPr>
            <a:r>
              <a:rPr lang="en" u="sng">
                <a:solidFill>
                  <a:schemeClr val="hlink"/>
                </a:solidFill>
                <a:hlinkClick action="ppaction://hlinksldjump" r:id="rId5"/>
              </a:rPr>
              <a:t>Clamshell Box </a:t>
            </a:r>
            <a:endParaRPr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AutoNum type="arabicPeriod"/>
            </a:pPr>
            <a:r>
              <a:rPr lang="en" u="sng">
                <a:solidFill>
                  <a:schemeClr val="hlink"/>
                </a:solidFill>
                <a:hlinkClick action="ppaction://hlinksldjump" r:id="rId6"/>
              </a:rPr>
              <a:t>Trays</a:t>
            </a:r>
            <a:endParaRPr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AutoNum type="arabicPeriod"/>
            </a:pPr>
            <a:r>
              <a:rPr lang="en" u="sng">
                <a:solidFill>
                  <a:schemeClr val="hlink"/>
                </a:solidFill>
                <a:hlinkClick action="ppaction://hlinksldjump" r:id="rId7"/>
              </a:rPr>
              <a:t>Others</a:t>
            </a:r>
            <a:endParaRPr b="1"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8" name="Google Shape;358;p23"/>
          <p:cNvSpPr txBox="1"/>
          <p:nvPr>
            <p:ph type="title"/>
          </p:nvPr>
        </p:nvSpPr>
        <p:spPr>
          <a:xfrm>
            <a:off x="906306" y="1472175"/>
            <a:ext cx="1842000" cy="4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Beige / Brown</a:t>
            </a:r>
            <a:endParaRPr/>
          </a:p>
        </p:txBody>
      </p:sp>
      <p:sp>
        <p:nvSpPr>
          <p:cNvPr id="359" name="Google Shape;359;p23">
            <a:hlinkClick action="ppaction://hlinksldjump" r:id="rId8"/>
          </p:cNvPr>
          <p:cNvSpPr/>
          <p:nvPr/>
        </p:nvSpPr>
        <p:spPr>
          <a:xfrm>
            <a:off x="985075" y="4171625"/>
            <a:ext cx="996000" cy="454500"/>
          </a:xfrm>
          <a:prstGeom prst="roundRect">
            <a:avLst>
              <a:gd fmla="val 16667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&lt;&lt;&lt; TABLE OF</a:t>
            </a:r>
            <a:endParaRPr b="1" sz="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CONTENTS</a:t>
            </a:r>
            <a:endParaRPr b="1" sz="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0" name="Google Shape;360;p23"/>
          <p:cNvSpPr/>
          <p:nvPr/>
        </p:nvSpPr>
        <p:spPr>
          <a:xfrm>
            <a:off x="0" y="0"/>
            <a:ext cx="4572000" cy="282600"/>
          </a:xfrm>
          <a:prstGeom prst="rect">
            <a:avLst/>
          </a:prstGeom>
          <a:solidFill>
            <a:srgbClr val="E4CB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  B E I G E</a:t>
            </a:r>
            <a:endParaRPr b="1" sz="700">
              <a:solidFill>
                <a:srgbClr val="FFFFFF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361" name="Google Shape;361;p23"/>
          <p:cNvSpPr/>
          <p:nvPr/>
        </p:nvSpPr>
        <p:spPr>
          <a:xfrm>
            <a:off x="4572000" y="0"/>
            <a:ext cx="4572000" cy="282600"/>
          </a:xfrm>
          <a:prstGeom prst="rect">
            <a:avLst/>
          </a:prstGeom>
          <a:solidFill>
            <a:srgbClr val="783F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  B R O W N</a:t>
            </a:r>
            <a:endParaRPr b="1" sz="700">
              <a:solidFill>
                <a:srgbClr val="FFFFFF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362" name="Google Shape;362;p23"/>
          <p:cNvSpPr/>
          <p:nvPr/>
        </p:nvSpPr>
        <p:spPr>
          <a:xfrm>
            <a:off x="592500" y="1593525"/>
            <a:ext cx="242400" cy="242400"/>
          </a:xfrm>
          <a:prstGeom prst="chord">
            <a:avLst>
              <a:gd fmla="val 5465791" name="adj1"/>
              <a:gd fmla="val 16200000" name="adj2"/>
            </a:avLst>
          </a:prstGeom>
          <a:solidFill>
            <a:srgbClr val="E4CB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23"/>
          <p:cNvSpPr/>
          <p:nvPr/>
        </p:nvSpPr>
        <p:spPr>
          <a:xfrm rot="10800000">
            <a:off x="592500" y="1593525"/>
            <a:ext cx="242400" cy="242400"/>
          </a:xfrm>
          <a:prstGeom prst="chord">
            <a:avLst>
              <a:gd fmla="val 5465791" name="adj1"/>
              <a:gd fmla="val 16200000" name="adj2"/>
            </a:avLst>
          </a:prstGeom>
          <a:solidFill>
            <a:srgbClr val="783F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4"/>
          <p:cNvSpPr txBox="1"/>
          <p:nvPr>
            <p:ph type="title"/>
          </p:nvPr>
        </p:nvSpPr>
        <p:spPr>
          <a:xfrm>
            <a:off x="205225" y="582850"/>
            <a:ext cx="1159200" cy="20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Beige / Brown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—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Paper</a:t>
            </a:r>
            <a:endParaRPr/>
          </a:p>
        </p:txBody>
      </p:sp>
      <p:pic>
        <p:nvPicPr>
          <p:cNvPr id="369" name="Google Shape;369;p24" title="IMG_4058.JP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5540" l="0" r="0" t="5540"/>
          <a:stretch/>
        </p:blipFill>
        <p:spPr>
          <a:xfrm>
            <a:off x="7477550" y="664325"/>
            <a:ext cx="1399501" cy="933300"/>
          </a:xfrm>
          <a:prstGeom prst="rect">
            <a:avLst/>
          </a:prstGeom>
        </p:spPr>
      </p:pic>
      <p:pic>
        <p:nvPicPr>
          <p:cNvPr id="370" name="Google Shape;370;p24" title="IMG_4067.JPG"/>
          <p:cNvPicPr preferRelativeResize="0"/>
          <p:nvPr>
            <p:ph idx="3" type="pic"/>
          </p:nvPr>
        </p:nvPicPr>
        <p:blipFill rotWithShape="1">
          <a:blip r:embed="rId4">
            <a:alphaModFix/>
          </a:blip>
          <a:srcRect b="5540" l="0" r="0" t="5540"/>
          <a:stretch/>
        </p:blipFill>
        <p:spPr>
          <a:xfrm>
            <a:off x="7477550" y="1673825"/>
            <a:ext cx="1399501" cy="933300"/>
          </a:xfrm>
          <a:prstGeom prst="rect">
            <a:avLst/>
          </a:prstGeom>
        </p:spPr>
      </p:pic>
      <p:pic>
        <p:nvPicPr>
          <p:cNvPr id="371" name="Google Shape;371;p24" title="IMG_4072.JPG"/>
          <p:cNvPicPr preferRelativeResize="0"/>
          <p:nvPr>
            <p:ph idx="4" type="pic"/>
          </p:nvPr>
        </p:nvPicPr>
        <p:blipFill rotWithShape="1">
          <a:blip r:embed="rId5">
            <a:alphaModFix/>
          </a:blip>
          <a:srcRect b="5540" l="0" r="0" t="5540"/>
          <a:stretch/>
        </p:blipFill>
        <p:spPr>
          <a:xfrm>
            <a:off x="7477550" y="2683325"/>
            <a:ext cx="1399501" cy="933300"/>
          </a:xfrm>
          <a:prstGeom prst="rect">
            <a:avLst/>
          </a:prstGeom>
        </p:spPr>
      </p:pic>
      <p:pic>
        <p:nvPicPr>
          <p:cNvPr id="372" name="Google Shape;372;p24" title="IMG_4076.JPG"/>
          <p:cNvPicPr preferRelativeResize="0"/>
          <p:nvPr>
            <p:ph idx="5" type="pic"/>
          </p:nvPr>
        </p:nvPicPr>
        <p:blipFill rotWithShape="1">
          <a:blip r:embed="rId6">
            <a:alphaModFix/>
          </a:blip>
          <a:srcRect b="5540" l="0" r="0" t="5540"/>
          <a:stretch/>
        </p:blipFill>
        <p:spPr>
          <a:xfrm>
            <a:off x="7477550" y="3692825"/>
            <a:ext cx="1399501" cy="933300"/>
          </a:xfrm>
          <a:prstGeom prst="rect">
            <a:avLst/>
          </a:prstGeom>
        </p:spPr>
      </p:pic>
      <p:pic>
        <p:nvPicPr>
          <p:cNvPr id="373" name="Google Shape;373;p24" title="IMG_4066.JPG"/>
          <p:cNvPicPr preferRelativeResize="0"/>
          <p:nvPr>
            <p:ph idx="7" type="pic"/>
          </p:nvPr>
        </p:nvPicPr>
        <p:blipFill rotWithShape="1">
          <a:blip r:embed="rId7">
            <a:alphaModFix/>
          </a:blip>
          <a:srcRect b="5540" l="0" r="0" t="5540"/>
          <a:stretch/>
        </p:blipFill>
        <p:spPr>
          <a:xfrm>
            <a:off x="6001850" y="1673825"/>
            <a:ext cx="1399501" cy="933300"/>
          </a:xfrm>
          <a:prstGeom prst="rect">
            <a:avLst/>
          </a:prstGeom>
        </p:spPr>
      </p:pic>
      <p:pic>
        <p:nvPicPr>
          <p:cNvPr id="374" name="Google Shape;374;p24" title="IMG_4071.JPG"/>
          <p:cNvPicPr preferRelativeResize="0"/>
          <p:nvPr>
            <p:ph idx="8" type="pic"/>
          </p:nvPr>
        </p:nvPicPr>
        <p:blipFill rotWithShape="1">
          <a:blip r:embed="rId8">
            <a:alphaModFix/>
          </a:blip>
          <a:srcRect b="5540" l="0" r="0" t="5540"/>
          <a:stretch/>
        </p:blipFill>
        <p:spPr>
          <a:xfrm>
            <a:off x="6001850" y="2683325"/>
            <a:ext cx="1399501" cy="933300"/>
          </a:xfrm>
          <a:prstGeom prst="rect">
            <a:avLst/>
          </a:prstGeom>
        </p:spPr>
      </p:pic>
      <p:pic>
        <p:nvPicPr>
          <p:cNvPr id="375" name="Google Shape;375;p24" title="IMG_4077.JPG"/>
          <p:cNvPicPr preferRelativeResize="0"/>
          <p:nvPr>
            <p:ph idx="9" type="pic"/>
          </p:nvPr>
        </p:nvPicPr>
        <p:blipFill rotWithShape="1">
          <a:blip r:embed="rId9">
            <a:alphaModFix/>
          </a:blip>
          <a:srcRect b="5540" l="0" r="0" t="5540"/>
          <a:stretch/>
        </p:blipFill>
        <p:spPr>
          <a:xfrm>
            <a:off x="6001850" y="3692825"/>
            <a:ext cx="1399501" cy="933300"/>
          </a:xfrm>
          <a:prstGeom prst="rect">
            <a:avLst/>
          </a:prstGeom>
        </p:spPr>
      </p:pic>
      <p:pic>
        <p:nvPicPr>
          <p:cNvPr id="376" name="Google Shape;376;p24" title="IMG_4053.JPG"/>
          <p:cNvPicPr preferRelativeResize="0"/>
          <p:nvPr>
            <p:ph idx="13" type="pic"/>
          </p:nvPr>
        </p:nvPicPr>
        <p:blipFill rotWithShape="1">
          <a:blip r:embed="rId10">
            <a:alphaModFix/>
          </a:blip>
          <a:srcRect b="5540" l="0" r="0" t="5540"/>
          <a:stretch/>
        </p:blipFill>
        <p:spPr>
          <a:xfrm>
            <a:off x="4526150" y="664325"/>
            <a:ext cx="1399501" cy="933300"/>
          </a:xfrm>
          <a:prstGeom prst="rect">
            <a:avLst/>
          </a:prstGeom>
        </p:spPr>
      </p:pic>
      <p:pic>
        <p:nvPicPr>
          <p:cNvPr id="377" name="Google Shape;377;p24" title="IMG_4065.JPG"/>
          <p:cNvPicPr preferRelativeResize="0"/>
          <p:nvPr>
            <p:ph idx="14" type="pic"/>
          </p:nvPr>
        </p:nvPicPr>
        <p:blipFill rotWithShape="1">
          <a:blip r:embed="rId11">
            <a:alphaModFix/>
          </a:blip>
          <a:srcRect b="5540" l="0" r="0" t="5540"/>
          <a:stretch/>
        </p:blipFill>
        <p:spPr>
          <a:xfrm>
            <a:off x="4526150" y="1673825"/>
            <a:ext cx="1399501" cy="933300"/>
          </a:xfrm>
          <a:prstGeom prst="rect">
            <a:avLst/>
          </a:prstGeom>
        </p:spPr>
      </p:pic>
      <p:pic>
        <p:nvPicPr>
          <p:cNvPr id="378" name="Google Shape;378;p24" title="IMG_4070.JPG"/>
          <p:cNvPicPr preferRelativeResize="0"/>
          <p:nvPr>
            <p:ph idx="15" type="pic"/>
          </p:nvPr>
        </p:nvPicPr>
        <p:blipFill rotWithShape="1">
          <a:blip r:embed="rId12">
            <a:alphaModFix/>
          </a:blip>
          <a:srcRect b="5540" l="0" r="0" t="5540"/>
          <a:stretch/>
        </p:blipFill>
        <p:spPr>
          <a:xfrm>
            <a:off x="4526150" y="2683325"/>
            <a:ext cx="1399501" cy="933300"/>
          </a:xfrm>
          <a:prstGeom prst="rect">
            <a:avLst/>
          </a:prstGeom>
        </p:spPr>
      </p:pic>
      <p:pic>
        <p:nvPicPr>
          <p:cNvPr id="379" name="Google Shape;379;p24" title="IMG_4075.JPG"/>
          <p:cNvPicPr preferRelativeResize="0"/>
          <p:nvPr>
            <p:ph idx="16" type="pic"/>
          </p:nvPr>
        </p:nvPicPr>
        <p:blipFill rotWithShape="1">
          <a:blip r:embed="rId13">
            <a:alphaModFix/>
          </a:blip>
          <a:srcRect b="5540" l="0" r="0" t="5540"/>
          <a:stretch/>
        </p:blipFill>
        <p:spPr>
          <a:xfrm>
            <a:off x="4526150" y="3692825"/>
            <a:ext cx="1399501" cy="933300"/>
          </a:xfrm>
          <a:prstGeom prst="rect">
            <a:avLst/>
          </a:prstGeom>
        </p:spPr>
      </p:pic>
      <p:pic>
        <p:nvPicPr>
          <p:cNvPr id="380" name="Google Shape;380;p24" title="IMG_4052.JPG"/>
          <p:cNvPicPr preferRelativeResize="0"/>
          <p:nvPr>
            <p:ph idx="17" type="pic"/>
          </p:nvPr>
        </p:nvPicPr>
        <p:blipFill rotWithShape="1">
          <a:blip r:embed="rId14">
            <a:alphaModFix/>
          </a:blip>
          <a:srcRect b="5540" l="0" r="0" t="5540"/>
          <a:stretch/>
        </p:blipFill>
        <p:spPr>
          <a:xfrm>
            <a:off x="3048000" y="664325"/>
            <a:ext cx="1399501" cy="933300"/>
          </a:xfrm>
          <a:prstGeom prst="rect">
            <a:avLst/>
          </a:prstGeom>
        </p:spPr>
      </p:pic>
      <p:pic>
        <p:nvPicPr>
          <p:cNvPr id="381" name="Google Shape;381;p24" title="IMG_4064.JPG"/>
          <p:cNvPicPr preferRelativeResize="0"/>
          <p:nvPr>
            <p:ph idx="18" type="pic"/>
          </p:nvPr>
        </p:nvPicPr>
        <p:blipFill rotWithShape="1">
          <a:blip r:embed="rId15">
            <a:alphaModFix/>
          </a:blip>
          <a:srcRect b="5540" l="0" r="0" t="5540"/>
          <a:stretch/>
        </p:blipFill>
        <p:spPr>
          <a:xfrm>
            <a:off x="3048000" y="1673825"/>
            <a:ext cx="1399501" cy="933300"/>
          </a:xfrm>
          <a:prstGeom prst="rect">
            <a:avLst/>
          </a:prstGeom>
        </p:spPr>
      </p:pic>
      <p:pic>
        <p:nvPicPr>
          <p:cNvPr id="382" name="Google Shape;382;p24" title="IMG_4069.JPG"/>
          <p:cNvPicPr preferRelativeResize="0"/>
          <p:nvPr>
            <p:ph idx="19" type="pic"/>
          </p:nvPr>
        </p:nvPicPr>
        <p:blipFill rotWithShape="1">
          <a:blip r:embed="rId16">
            <a:alphaModFix/>
          </a:blip>
          <a:srcRect b="5540" l="0" r="0" t="5540"/>
          <a:stretch/>
        </p:blipFill>
        <p:spPr>
          <a:xfrm>
            <a:off x="3048000" y="2683325"/>
            <a:ext cx="1399501" cy="933300"/>
          </a:xfrm>
          <a:prstGeom prst="rect">
            <a:avLst/>
          </a:prstGeom>
        </p:spPr>
      </p:pic>
      <p:pic>
        <p:nvPicPr>
          <p:cNvPr id="383" name="Google Shape;383;p24" title="IMG_4074.JPG"/>
          <p:cNvPicPr preferRelativeResize="0"/>
          <p:nvPr>
            <p:ph idx="20" type="pic"/>
          </p:nvPr>
        </p:nvPicPr>
        <p:blipFill rotWithShape="1">
          <a:blip r:embed="rId17">
            <a:alphaModFix/>
          </a:blip>
          <a:srcRect b="5540" l="0" r="0" t="5540"/>
          <a:stretch/>
        </p:blipFill>
        <p:spPr>
          <a:xfrm>
            <a:off x="3048000" y="3692825"/>
            <a:ext cx="1399501" cy="933300"/>
          </a:xfrm>
          <a:prstGeom prst="rect">
            <a:avLst/>
          </a:prstGeom>
        </p:spPr>
      </p:pic>
      <p:pic>
        <p:nvPicPr>
          <p:cNvPr id="384" name="Google Shape;384;p24" title="IMG_4055.JPG"/>
          <p:cNvPicPr preferRelativeResize="0"/>
          <p:nvPr>
            <p:ph idx="21" type="pic"/>
          </p:nvPr>
        </p:nvPicPr>
        <p:blipFill rotWithShape="1">
          <a:blip r:embed="rId18">
            <a:alphaModFix/>
          </a:blip>
          <a:srcRect b="5540" l="0" r="0" t="5540"/>
          <a:stretch/>
        </p:blipFill>
        <p:spPr>
          <a:xfrm>
            <a:off x="1574750" y="664325"/>
            <a:ext cx="1399501" cy="933300"/>
          </a:xfrm>
          <a:prstGeom prst="rect">
            <a:avLst/>
          </a:prstGeom>
        </p:spPr>
      </p:pic>
      <p:pic>
        <p:nvPicPr>
          <p:cNvPr id="385" name="Google Shape;385;p24" title="IMG_4057.JPG"/>
          <p:cNvPicPr preferRelativeResize="0"/>
          <p:nvPr>
            <p:ph idx="22" type="pic"/>
          </p:nvPr>
        </p:nvPicPr>
        <p:blipFill rotWithShape="1">
          <a:blip r:embed="rId19">
            <a:alphaModFix/>
          </a:blip>
          <a:srcRect b="5540" l="0" r="0" t="5540"/>
          <a:stretch/>
        </p:blipFill>
        <p:spPr>
          <a:xfrm>
            <a:off x="1574750" y="1673825"/>
            <a:ext cx="1399501" cy="933300"/>
          </a:xfrm>
          <a:prstGeom prst="rect">
            <a:avLst/>
          </a:prstGeom>
        </p:spPr>
      </p:pic>
      <p:pic>
        <p:nvPicPr>
          <p:cNvPr id="386" name="Google Shape;386;p24" title="IMG_4068.JPG"/>
          <p:cNvPicPr preferRelativeResize="0"/>
          <p:nvPr>
            <p:ph idx="23" type="pic"/>
          </p:nvPr>
        </p:nvPicPr>
        <p:blipFill rotWithShape="1">
          <a:blip r:embed="rId20">
            <a:alphaModFix/>
          </a:blip>
          <a:srcRect b="5540" l="0" r="0" t="5540"/>
          <a:stretch/>
        </p:blipFill>
        <p:spPr>
          <a:xfrm>
            <a:off x="1574750" y="2683325"/>
            <a:ext cx="1399501" cy="933300"/>
          </a:xfrm>
          <a:prstGeom prst="rect">
            <a:avLst/>
          </a:prstGeom>
        </p:spPr>
      </p:pic>
      <p:pic>
        <p:nvPicPr>
          <p:cNvPr id="387" name="Google Shape;387;p24" title="IMG_4073.JPG"/>
          <p:cNvPicPr preferRelativeResize="0"/>
          <p:nvPr>
            <p:ph idx="24" type="pic"/>
          </p:nvPr>
        </p:nvPicPr>
        <p:blipFill rotWithShape="1">
          <a:blip r:embed="rId21">
            <a:alphaModFix/>
          </a:blip>
          <a:srcRect b="5540" l="0" r="0" t="5540"/>
          <a:stretch/>
        </p:blipFill>
        <p:spPr>
          <a:xfrm>
            <a:off x="1574750" y="3692825"/>
            <a:ext cx="1399501" cy="933300"/>
          </a:xfrm>
          <a:prstGeom prst="rect">
            <a:avLst/>
          </a:prstGeom>
        </p:spPr>
      </p:pic>
      <p:sp>
        <p:nvSpPr>
          <p:cNvPr id="388" name="Google Shape;388;p24">
            <a:hlinkClick action="ppaction://hlinksldjump" r:id="rId22"/>
          </p:cNvPr>
          <p:cNvSpPr/>
          <p:nvPr/>
        </p:nvSpPr>
        <p:spPr>
          <a:xfrm>
            <a:off x="286825" y="4171625"/>
            <a:ext cx="996000" cy="4545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&lt;&lt;&lt; TABLE OF</a:t>
            </a:r>
            <a:endParaRPr b="1" sz="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CONTENTS</a:t>
            </a:r>
            <a:endParaRPr b="1" sz="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9" name="Google Shape;389;p24"/>
          <p:cNvSpPr/>
          <p:nvPr/>
        </p:nvSpPr>
        <p:spPr>
          <a:xfrm>
            <a:off x="2272140" y="664325"/>
            <a:ext cx="697200" cy="132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4570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latin typeface="Consolas"/>
                <a:ea typeface="Consolas"/>
                <a:cs typeface="Consolas"/>
                <a:sym typeface="Consolas"/>
              </a:rPr>
              <a:t>W: </a:t>
            </a:r>
            <a:r>
              <a:rPr lang="en" sz="700">
                <a:latin typeface="Consolas"/>
                <a:ea typeface="Consolas"/>
                <a:cs typeface="Consolas"/>
                <a:sym typeface="Consolas"/>
              </a:rPr>
              <a:t>13cm</a:t>
            </a:r>
            <a:endParaRPr sz="7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0" name="Google Shape;390;p24"/>
          <p:cNvSpPr/>
          <p:nvPr/>
        </p:nvSpPr>
        <p:spPr>
          <a:xfrm>
            <a:off x="1574738" y="664325"/>
            <a:ext cx="697200" cy="132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4570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latin typeface="Consolas"/>
                <a:ea typeface="Consolas"/>
                <a:cs typeface="Consolas"/>
                <a:sym typeface="Consolas"/>
              </a:rPr>
              <a:t>L:</a:t>
            </a:r>
            <a:r>
              <a:rPr lang="en" sz="700">
                <a:latin typeface="Consolas"/>
                <a:ea typeface="Consolas"/>
                <a:cs typeface="Consolas"/>
                <a:sym typeface="Consolas"/>
              </a:rPr>
              <a:t> 20cm</a:t>
            </a:r>
            <a:endParaRPr sz="7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1" name="Google Shape;391;p24"/>
          <p:cNvSpPr/>
          <p:nvPr/>
        </p:nvSpPr>
        <p:spPr>
          <a:xfrm>
            <a:off x="3750290" y="664325"/>
            <a:ext cx="697200" cy="132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4570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latin typeface="Consolas"/>
                <a:ea typeface="Consolas"/>
                <a:cs typeface="Consolas"/>
                <a:sym typeface="Consolas"/>
              </a:rPr>
              <a:t>W: </a:t>
            </a:r>
            <a:r>
              <a:rPr lang="en" sz="700">
                <a:latin typeface="Consolas"/>
                <a:ea typeface="Consolas"/>
                <a:cs typeface="Consolas"/>
                <a:sym typeface="Consolas"/>
              </a:rPr>
              <a:t>6.5cm</a:t>
            </a:r>
            <a:endParaRPr sz="7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2" name="Google Shape;392;p24"/>
          <p:cNvSpPr/>
          <p:nvPr/>
        </p:nvSpPr>
        <p:spPr>
          <a:xfrm>
            <a:off x="3052888" y="664325"/>
            <a:ext cx="697200" cy="132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4570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latin typeface="Consolas"/>
                <a:ea typeface="Consolas"/>
                <a:cs typeface="Consolas"/>
                <a:sym typeface="Consolas"/>
              </a:rPr>
              <a:t>L:</a:t>
            </a:r>
            <a:r>
              <a:rPr lang="en" sz="700">
                <a:latin typeface="Consolas"/>
                <a:ea typeface="Consolas"/>
                <a:cs typeface="Consolas"/>
                <a:sym typeface="Consolas"/>
              </a:rPr>
              <a:t> 14cm</a:t>
            </a:r>
            <a:endParaRPr sz="7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3" name="Google Shape;393;p24"/>
          <p:cNvSpPr/>
          <p:nvPr/>
        </p:nvSpPr>
        <p:spPr>
          <a:xfrm>
            <a:off x="5224765" y="664325"/>
            <a:ext cx="697200" cy="132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4570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latin typeface="Consolas"/>
                <a:ea typeface="Consolas"/>
                <a:cs typeface="Consolas"/>
                <a:sym typeface="Consolas"/>
              </a:rPr>
              <a:t>W:</a:t>
            </a:r>
            <a:r>
              <a:rPr lang="en" sz="700">
                <a:latin typeface="Consolas"/>
                <a:ea typeface="Consolas"/>
                <a:cs typeface="Consolas"/>
                <a:sym typeface="Consolas"/>
              </a:rPr>
              <a:t> 7.5cm</a:t>
            </a:r>
            <a:endParaRPr sz="7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4" name="Google Shape;394;p24"/>
          <p:cNvSpPr/>
          <p:nvPr/>
        </p:nvSpPr>
        <p:spPr>
          <a:xfrm>
            <a:off x="4527363" y="664325"/>
            <a:ext cx="697200" cy="132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4570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latin typeface="Consolas"/>
                <a:ea typeface="Consolas"/>
                <a:cs typeface="Consolas"/>
                <a:sym typeface="Consolas"/>
              </a:rPr>
              <a:t>L:</a:t>
            </a:r>
            <a:r>
              <a:rPr lang="en" sz="700">
                <a:latin typeface="Consolas"/>
                <a:ea typeface="Consolas"/>
                <a:cs typeface="Consolas"/>
                <a:sym typeface="Consolas"/>
              </a:rPr>
              <a:t> 17cm</a:t>
            </a:r>
            <a:endParaRPr sz="7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95" name="Google Shape;395;p24" title="IMG_4054.JPG"/>
          <p:cNvPicPr preferRelativeResize="0"/>
          <p:nvPr>
            <p:ph idx="6" type="pic"/>
          </p:nvPr>
        </p:nvPicPr>
        <p:blipFill rotWithShape="1">
          <a:blip r:embed="rId23">
            <a:alphaModFix/>
          </a:blip>
          <a:srcRect b="5540" l="0" r="0" t="5540"/>
          <a:stretch/>
        </p:blipFill>
        <p:spPr>
          <a:xfrm>
            <a:off x="6001850" y="664325"/>
            <a:ext cx="1399501" cy="933300"/>
          </a:xfrm>
          <a:prstGeom prst="rect">
            <a:avLst/>
          </a:prstGeom>
        </p:spPr>
      </p:pic>
      <p:sp>
        <p:nvSpPr>
          <p:cNvPr id="396" name="Google Shape;396;p24"/>
          <p:cNvSpPr/>
          <p:nvPr/>
        </p:nvSpPr>
        <p:spPr>
          <a:xfrm>
            <a:off x="6699853" y="664325"/>
            <a:ext cx="697200" cy="132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4570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latin typeface="Consolas"/>
                <a:ea typeface="Consolas"/>
                <a:cs typeface="Consolas"/>
                <a:sym typeface="Consolas"/>
              </a:rPr>
              <a:t>W:</a:t>
            </a:r>
            <a:r>
              <a:rPr lang="en" sz="700">
                <a:latin typeface="Consolas"/>
                <a:ea typeface="Consolas"/>
                <a:cs typeface="Consolas"/>
                <a:sym typeface="Consolas"/>
              </a:rPr>
              <a:t> 7cm</a:t>
            </a:r>
            <a:endParaRPr sz="7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7" name="Google Shape;397;p24"/>
          <p:cNvSpPr/>
          <p:nvPr/>
        </p:nvSpPr>
        <p:spPr>
          <a:xfrm>
            <a:off x="6002450" y="664325"/>
            <a:ext cx="697200" cy="132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4570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latin typeface="Consolas"/>
                <a:ea typeface="Consolas"/>
                <a:cs typeface="Consolas"/>
                <a:sym typeface="Consolas"/>
              </a:rPr>
              <a:t>L:</a:t>
            </a:r>
            <a:r>
              <a:rPr lang="en" sz="700">
                <a:latin typeface="Consolas"/>
                <a:ea typeface="Consolas"/>
                <a:cs typeface="Consolas"/>
                <a:sym typeface="Consolas"/>
              </a:rPr>
              <a:t> 16cm</a:t>
            </a:r>
            <a:endParaRPr sz="7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8" name="Google Shape;398;p24"/>
          <p:cNvSpPr/>
          <p:nvPr/>
        </p:nvSpPr>
        <p:spPr>
          <a:xfrm>
            <a:off x="8174953" y="664325"/>
            <a:ext cx="697200" cy="132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4570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latin typeface="Consolas"/>
                <a:ea typeface="Consolas"/>
                <a:cs typeface="Consolas"/>
                <a:sym typeface="Consolas"/>
              </a:rPr>
              <a:t>W:</a:t>
            </a:r>
            <a:r>
              <a:rPr lang="en" sz="700">
                <a:latin typeface="Consolas"/>
                <a:ea typeface="Consolas"/>
                <a:cs typeface="Consolas"/>
                <a:sym typeface="Consolas"/>
              </a:rPr>
              <a:t> 8cm</a:t>
            </a:r>
            <a:endParaRPr sz="7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9" name="Google Shape;399;p24"/>
          <p:cNvSpPr/>
          <p:nvPr/>
        </p:nvSpPr>
        <p:spPr>
          <a:xfrm>
            <a:off x="7477550" y="664325"/>
            <a:ext cx="697200" cy="132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4570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latin typeface="Consolas"/>
                <a:ea typeface="Consolas"/>
                <a:cs typeface="Consolas"/>
                <a:sym typeface="Consolas"/>
              </a:rPr>
              <a:t>L:</a:t>
            </a:r>
            <a:r>
              <a:rPr lang="en" sz="700">
                <a:latin typeface="Consolas"/>
                <a:ea typeface="Consolas"/>
                <a:cs typeface="Consolas"/>
                <a:sym typeface="Consolas"/>
              </a:rPr>
              <a:t> 35cm</a:t>
            </a:r>
            <a:endParaRPr sz="7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0" name="Google Shape;400;p24"/>
          <p:cNvSpPr/>
          <p:nvPr/>
        </p:nvSpPr>
        <p:spPr>
          <a:xfrm>
            <a:off x="2272153" y="1673825"/>
            <a:ext cx="697200" cy="132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4570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latin typeface="Consolas"/>
                <a:ea typeface="Consolas"/>
                <a:cs typeface="Consolas"/>
                <a:sym typeface="Consolas"/>
              </a:rPr>
              <a:t>W:</a:t>
            </a:r>
            <a:r>
              <a:rPr lang="en" sz="700">
                <a:latin typeface="Consolas"/>
                <a:ea typeface="Consolas"/>
                <a:cs typeface="Consolas"/>
                <a:sym typeface="Consolas"/>
              </a:rPr>
              <a:t> 8cm</a:t>
            </a:r>
            <a:endParaRPr sz="7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1" name="Google Shape;401;p24"/>
          <p:cNvSpPr/>
          <p:nvPr/>
        </p:nvSpPr>
        <p:spPr>
          <a:xfrm>
            <a:off x="1574750" y="1673825"/>
            <a:ext cx="697200" cy="132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4570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latin typeface="Consolas"/>
                <a:ea typeface="Consolas"/>
                <a:cs typeface="Consolas"/>
                <a:sym typeface="Consolas"/>
              </a:rPr>
              <a:t>L:</a:t>
            </a:r>
            <a:r>
              <a:rPr lang="en" sz="700">
                <a:latin typeface="Consolas"/>
                <a:ea typeface="Consolas"/>
                <a:cs typeface="Consolas"/>
                <a:sym typeface="Consolas"/>
              </a:rPr>
              <a:t> 35cm</a:t>
            </a:r>
            <a:endParaRPr sz="7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2" name="Google Shape;402;p24"/>
          <p:cNvSpPr/>
          <p:nvPr/>
        </p:nvSpPr>
        <p:spPr>
          <a:xfrm>
            <a:off x="3747853" y="1673825"/>
            <a:ext cx="697200" cy="132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4570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latin typeface="Consolas"/>
                <a:ea typeface="Consolas"/>
                <a:cs typeface="Consolas"/>
                <a:sym typeface="Consolas"/>
              </a:rPr>
              <a:t>H:</a:t>
            </a:r>
            <a:r>
              <a:rPr lang="en" sz="700">
                <a:latin typeface="Consolas"/>
                <a:ea typeface="Consolas"/>
                <a:cs typeface="Consolas"/>
                <a:sym typeface="Consolas"/>
              </a:rPr>
              <a:t> 7cm</a:t>
            </a:r>
            <a:endParaRPr sz="7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3" name="Google Shape;403;p24"/>
          <p:cNvSpPr/>
          <p:nvPr/>
        </p:nvSpPr>
        <p:spPr>
          <a:xfrm>
            <a:off x="3050450" y="1673825"/>
            <a:ext cx="697200" cy="132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4570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latin typeface="Consolas"/>
                <a:ea typeface="Consolas"/>
                <a:cs typeface="Consolas"/>
                <a:sym typeface="Consolas"/>
              </a:rPr>
              <a:t>D:</a:t>
            </a:r>
            <a:r>
              <a:rPr lang="en" sz="700">
                <a:latin typeface="Consolas"/>
                <a:ea typeface="Consolas"/>
                <a:cs typeface="Consolas"/>
                <a:sym typeface="Consolas"/>
              </a:rPr>
              <a:t> 12.5cm</a:t>
            </a:r>
            <a:endParaRPr sz="7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4" name="Google Shape;404;p24"/>
          <p:cNvSpPr/>
          <p:nvPr/>
        </p:nvSpPr>
        <p:spPr>
          <a:xfrm>
            <a:off x="5224778" y="1673825"/>
            <a:ext cx="697200" cy="132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4570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latin typeface="Consolas"/>
                <a:ea typeface="Consolas"/>
                <a:cs typeface="Consolas"/>
                <a:sym typeface="Consolas"/>
              </a:rPr>
              <a:t>W:</a:t>
            </a:r>
            <a:r>
              <a:rPr lang="en" sz="700">
                <a:latin typeface="Consolas"/>
                <a:ea typeface="Consolas"/>
                <a:cs typeface="Consolas"/>
                <a:sym typeface="Consolas"/>
              </a:rPr>
              <a:t> 12.5cm</a:t>
            </a:r>
            <a:endParaRPr sz="7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5" name="Google Shape;405;p24"/>
          <p:cNvSpPr/>
          <p:nvPr/>
        </p:nvSpPr>
        <p:spPr>
          <a:xfrm>
            <a:off x="4527375" y="1673825"/>
            <a:ext cx="697200" cy="132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4570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latin typeface="Consolas"/>
                <a:ea typeface="Consolas"/>
                <a:cs typeface="Consolas"/>
                <a:sym typeface="Consolas"/>
              </a:rPr>
              <a:t>L:</a:t>
            </a:r>
            <a:r>
              <a:rPr lang="en" sz="700">
                <a:latin typeface="Consolas"/>
                <a:ea typeface="Consolas"/>
                <a:cs typeface="Consolas"/>
                <a:sym typeface="Consolas"/>
              </a:rPr>
              <a:t> 19cm</a:t>
            </a:r>
            <a:endParaRPr sz="7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6" name="Google Shape;406;p24"/>
          <p:cNvSpPr/>
          <p:nvPr/>
        </p:nvSpPr>
        <p:spPr>
          <a:xfrm>
            <a:off x="4526153" y="1805825"/>
            <a:ext cx="697200" cy="132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4570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latin typeface="Consolas"/>
                <a:ea typeface="Consolas"/>
                <a:cs typeface="Consolas"/>
                <a:sym typeface="Consolas"/>
              </a:rPr>
              <a:t>H:</a:t>
            </a:r>
            <a:r>
              <a:rPr lang="en" sz="700">
                <a:latin typeface="Consolas"/>
                <a:ea typeface="Consolas"/>
                <a:cs typeface="Consolas"/>
                <a:sym typeface="Consolas"/>
              </a:rPr>
              <a:t> 4.5cm</a:t>
            </a:r>
            <a:endParaRPr sz="7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7" name="Google Shape;407;p24"/>
          <p:cNvSpPr/>
          <p:nvPr/>
        </p:nvSpPr>
        <p:spPr>
          <a:xfrm>
            <a:off x="6700478" y="1673825"/>
            <a:ext cx="697200" cy="132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4570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latin typeface="Consolas"/>
                <a:ea typeface="Consolas"/>
                <a:cs typeface="Consolas"/>
                <a:sym typeface="Consolas"/>
              </a:rPr>
              <a:t>W:</a:t>
            </a:r>
            <a:r>
              <a:rPr lang="en" sz="700">
                <a:latin typeface="Consolas"/>
                <a:ea typeface="Consolas"/>
                <a:cs typeface="Consolas"/>
                <a:sym typeface="Consolas"/>
              </a:rPr>
              <a:t> 12.5cm</a:t>
            </a:r>
            <a:endParaRPr sz="7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8" name="Google Shape;408;p24"/>
          <p:cNvSpPr/>
          <p:nvPr/>
        </p:nvSpPr>
        <p:spPr>
          <a:xfrm>
            <a:off x="6003075" y="1673825"/>
            <a:ext cx="697200" cy="132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4570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latin typeface="Consolas"/>
                <a:ea typeface="Consolas"/>
                <a:cs typeface="Consolas"/>
                <a:sym typeface="Consolas"/>
              </a:rPr>
              <a:t>L:</a:t>
            </a:r>
            <a:r>
              <a:rPr lang="en" sz="700">
                <a:latin typeface="Consolas"/>
                <a:ea typeface="Consolas"/>
                <a:cs typeface="Consolas"/>
                <a:sym typeface="Consolas"/>
              </a:rPr>
              <a:t> 18.5cm</a:t>
            </a:r>
            <a:endParaRPr sz="7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9" name="Google Shape;409;p24"/>
          <p:cNvSpPr/>
          <p:nvPr/>
        </p:nvSpPr>
        <p:spPr>
          <a:xfrm>
            <a:off x="6001853" y="1805825"/>
            <a:ext cx="697200" cy="132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4570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latin typeface="Consolas"/>
                <a:ea typeface="Consolas"/>
                <a:cs typeface="Consolas"/>
                <a:sym typeface="Consolas"/>
              </a:rPr>
              <a:t>H:</a:t>
            </a:r>
            <a:r>
              <a:rPr lang="en" sz="700">
                <a:latin typeface="Consolas"/>
                <a:ea typeface="Consolas"/>
                <a:cs typeface="Consolas"/>
                <a:sym typeface="Consolas"/>
              </a:rPr>
              <a:t> 5cm</a:t>
            </a:r>
            <a:endParaRPr sz="7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0" name="Google Shape;410;p24"/>
          <p:cNvSpPr/>
          <p:nvPr/>
        </p:nvSpPr>
        <p:spPr>
          <a:xfrm>
            <a:off x="8176178" y="1673825"/>
            <a:ext cx="697200" cy="132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4570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latin typeface="Consolas"/>
                <a:ea typeface="Consolas"/>
                <a:cs typeface="Consolas"/>
                <a:sym typeface="Consolas"/>
              </a:rPr>
              <a:t>W:</a:t>
            </a:r>
            <a:r>
              <a:rPr lang="en" sz="700">
                <a:latin typeface="Consolas"/>
                <a:ea typeface="Consolas"/>
                <a:cs typeface="Consolas"/>
                <a:sym typeface="Consolas"/>
              </a:rPr>
              <a:t> 11.5cm</a:t>
            </a:r>
            <a:endParaRPr sz="7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1" name="Google Shape;411;p24"/>
          <p:cNvSpPr/>
          <p:nvPr/>
        </p:nvSpPr>
        <p:spPr>
          <a:xfrm>
            <a:off x="7478775" y="1673825"/>
            <a:ext cx="697200" cy="132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4570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latin typeface="Consolas"/>
                <a:ea typeface="Consolas"/>
                <a:cs typeface="Consolas"/>
                <a:sym typeface="Consolas"/>
              </a:rPr>
              <a:t>L:</a:t>
            </a:r>
            <a:r>
              <a:rPr lang="en" sz="700">
                <a:latin typeface="Consolas"/>
                <a:ea typeface="Consolas"/>
                <a:cs typeface="Consolas"/>
                <a:sym typeface="Consolas"/>
              </a:rPr>
              <a:t> 19cm</a:t>
            </a:r>
            <a:endParaRPr sz="7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2" name="Google Shape;412;p24"/>
          <p:cNvSpPr/>
          <p:nvPr/>
        </p:nvSpPr>
        <p:spPr>
          <a:xfrm>
            <a:off x="7477553" y="1805825"/>
            <a:ext cx="697200" cy="132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4570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latin typeface="Consolas"/>
                <a:ea typeface="Consolas"/>
                <a:cs typeface="Consolas"/>
                <a:sym typeface="Consolas"/>
              </a:rPr>
              <a:t>H:</a:t>
            </a:r>
            <a:r>
              <a:rPr lang="en" sz="700">
                <a:latin typeface="Consolas"/>
                <a:ea typeface="Consolas"/>
                <a:cs typeface="Consolas"/>
                <a:sym typeface="Consolas"/>
              </a:rPr>
              <a:t> 5cm</a:t>
            </a:r>
            <a:endParaRPr sz="7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3" name="Google Shape;413;p24"/>
          <p:cNvSpPr/>
          <p:nvPr/>
        </p:nvSpPr>
        <p:spPr>
          <a:xfrm>
            <a:off x="2272153" y="2683325"/>
            <a:ext cx="697200" cy="132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4570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latin typeface="Consolas"/>
                <a:ea typeface="Consolas"/>
                <a:cs typeface="Consolas"/>
                <a:sym typeface="Consolas"/>
              </a:rPr>
              <a:t>H:</a:t>
            </a:r>
            <a:r>
              <a:rPr lang="en" sz="700">
                <a:latin typeface="Consolas"/>
                <a:ea typeface="Consolas"/>
                <a:cs typeface="Consolas"/>
                <a:sym typeface="Consolas"/>
              </a:rPr>
              <a:t> 13cm</a:t>
            </a:r>
            <a:endParaRPr sz="7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4" name="Google Shape;414;p24"/>
          <p:cNvSpPr/>
          <p:nvPr/>
        </p:nvSpPr>
        <p:spPr>
          <a:xfrm>
            <a:off x="1574750" y="2683325"/>
            <a:ext cx="697200" cy="132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4570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latin typeface="Consolas"/>
                <a:ea typeface="Consolas"/>
                <a:cs typeface="Consolas"/>
                <a:sym typeface="Consolas"/>
              </a:rPr>
              <a:t>D:</a:t>
            </a:r>
            <a:r>
              <a:rPr lang="en" sz="700">
                <a:latin typeface="Consolas"/>
                <a:ea typeface="Consolas"/>
                <a:cs typeface="Consolas"/>
                <a:sym typeface="Consolas"/>
              </a:rPr>
              <a:t> 7.5cm</a:t>
            </a:r>
            <a:endParaRPr sz="7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5" name="Google Shape;415;p24"/>
          <p:cNvSpPr/>
          <p:nvPr/>
        </p:nvSpPr>
        <p:spPr>
          <a:xfrm>
            <a:off x="3747853" y="2683325"/>
            <a:ext cx="697200" cy="132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4570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latin typeface="Consolas"/>
                <a:ea typeface="Consolas"/>
                <a:cs typeface="Consolas"/>
                <a:sym typeface="Consolas"/>
              </a:rPr>
              <a:t>H:</a:t>
            </a:r>
            <a:r>
              <a:rPr lang="en" sz="700">
                <a:latin typeface="Consolas"/>
                <a:ea typeface="Consolas"/>
                <a:cs typeface="Consolas"/>
                <a:sym typeface="Consolas"/>
              </a:rPr>
              <a:t> 11.5cm</a:t>
            </a:r>
            <a:endParaRPr sz="7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6" name="Google Shape;416;p24"/>
          <p:cNvSpPr/>
          <p:nvPr/>
        </p:nvSpPr>
        <p:spPr>
          <a:xfrm>
            <a:off x="3050450" y="2683325"/>
            <a:ext cx="697200" cy="132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4570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latin typeface="Consolas"/>
                <a:ea typeface="Consolas"/>
                <a:cs typeface="Consolas"/>
                <a:sym typeface="Consolas"/>
              </a:rPr>
              <a:t>D:</a:t>
            </a:r>
            <a:r>
              <a:rPr lang="en" sz="700">
                <a:latin typeface="Consolas"/>
                <a:ea typeface="Consolas"/>
                <a:cs typeface="Consolas"/>
                <a:sym typeface="Consolas"/>
              </a:rPr>
              <a:t> 6cm</a:t>
            </a:r>
            <a:endParaRPr sz="7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7" name="Google Shape;417;p24"/>
          <p:cNvSpPr/>
          <p:nvPr/>
        </p:nvSpPr>
        <p:spPr>
          <a:xfrm>
            <a:off x="4526150" y="2683325"/>
            <a:ext cx="1399500" cy="132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4570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latin typeface="Consolas"/>
                <a:ea typeface="Consolas"/>
                <a:cs typeface="Consolas"/>
                <a:sym typeface="Consolas"/>
              </a:rPr>
              <a:t>D:</a:t>
            </a:r>
            <a:r>
              <a:rPr lang="en" sz="700">
                <a:latin typeface="Consolas"/>
                <a:ea typeface="Consolas"/>
                <a:cs typeface="Consolas"/>
                <a:sym typeface="Consolas"/>
              </a:rPr>
              <a:t> 16cm</a:t>
            </a:r>
            <a:endParaRPr sz="7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8" name="Google Shape;418;p24"/>
          <p:cNvSpPr/>
          <p:nvPr/>
        </p:nvSpPr>
        <p:spPr>
          <a:xfrm>
            <a:off x="6701703" y="2683325"/>
            <a:ext cx="697200" cy="132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4570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latin typeface="Consolas"/>
                <a:ea typeface="Consolas"/>
                <a:cs typeface="Consolas"/>
                <a:sym typeface="Consolas"/>
              </a:rPr>
              <a:t>H:</a:t>
            </a:r>
            <a:r>
              <a:rPr lang="en" sz="700">
                <a:latin typeface="Consolas"/>
                <a:ea typeface="Consolas"/>
                <a:cs typeface="Consolas"/>
                <a:sym typeface="Consolas"/>
              </a:rPr>
              <a:t> 4.5cm</a:t>
            </a:r>
            <a:endParaRPr sz="7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9" name="Google Shape;419;p24"/>
          <p:cNvSpPr/>
          <p:nvPr/>
        </p:nvSpPr>
        <p:spPr>
          <a:xfrm>
            <a:off x="6004300" y="2683325"/>
            <a:ext cx="697200" cy="132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4570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latin typeface="Consolas"/>
                <a:ea typeface="Consolas"/>
                <a:cs typeface="Consolas"/>
                <a:sym typeface="Consolas"/>
              </a:rPr>
              <a:t>D:</a:t>
            </a:r>
            <a:r>
              <a:rPr lang="en" sz="700">
                <a:latin typeface="Consolas"/>
                <a:ea typeface="Consolas"/>
                <a:cs typeface="Consolas"/>
                <a:sym typeface="Consolas"/>
              </a:rPr>
              <a:t> 15cm</a:t>
            </a:r>
            <a:endParaRPr sz="7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20" name="Google Shape;420;p24"/>
          <p:cNvSpPr/>
          <p:nvPr/>
        </p:nvSpPr>
        <p:spPr>
          <a:xfrm>
            <a:off x="8176178" y="2683325"/>
            <a:ext cx="697200" cy="132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4570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latin typeface="Consolas"/>
                <a:ea typeface="Consolas"/>
                <a:cs typeface="Consolas"/>
                <a:sym typeface="Consolas"/>
              </a:rPr>
              <a:t>W:</a:t>
            </a:r>
            <a:r>
              <a:rPr lang="en" sz="700">
                <a:latin typeface="Consolas"/>
                <a:ea typeface="Consolas"/>
                <a:cs typeface="Consolas"/>
                <a:sym typeface="Consolas"/>
              </a:rPr>
              <a:t> 12cm</a:t>
            </a:r>
            <a:endParaRPr sz="7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21" name="Google Shape;421;p24"/>
          <p:cNvSpPr/>
          <p:nvPr/>
        </p:nvSpPr>
        <p:spPr>
          <a:xfrm>
            <a:off x="7478775" y="2683325"/>
            <a:ext cx="697200" cy="132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4570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latin typeface="Consolas"/>
                <a:ea typeface="Consolas"/>
                <a:cs typeface="Consolas"/>
                <a:sym typeface="Consolas"/>
              </a:rPr>
              <a:t>L:</a:t>
            </a:r>
            <a:r>
              <a:rPr lang="en" sz="700">
                <a:latin typeface="Consolas"/>
                <a:ea typeface="Consolas"/>
                <a:cs typeface="Consolas"/>
                <a:sym typeface="Consolas"/>
              </a:rPr>
              <a:t> 16.5cm</a:t>
            </a:r>
            <a:endParaRPr sz="7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22" name="Google Shape;422;p24"/>
          <p:cNvSpPr/>
          <p:nvPr/>
        </p:nvSpPr>
        <p:spPr>
          <a:xfrm>
            <a:off x="7477553" y="2815325"/>
            <a:ext cx="697200" cy="132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4570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latin typeface="Consolas"/>
                <a:ea typeface="Consolas"/>
                <a:cs typeface="Consolas"/>
                <a:sym typeface="Consolas"/>
              </a:rPr>
              <a:t>H:</a:t>
            </a:r>
            <a:r>
              <a:rPr lang="en" sz="700">
                <a:latin typeface="Consolas"/>
                <a:ea typeface="Consolas"/>
                <a:cs typeface="Consolas"/>
                <a:sym typeface="Consolas"/>
              </a:rPr>
              <a:t> 2cm</a:t>
            </a:r>
            <a:endParaRPr sz="7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23" name="Google Shape;423;p24"/>
          <p:cNvSpPr/>
          <p:nvPr/>
        </p:nvSpPr>
        <p:spPr>
          <a:xfrm>
            <a:off x="2272153" y="3692825"/>
            <a:ext cx="697200" cy="132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4570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latin typeface="Consolas"/>
                <a:ea typeface="Consolas"/>
                <a:cs typeface="Consolas"/>
                <a:sym typeface="Consolas"/>
              </a:rPr>
              <a:t>W:</a:t>
            </a:r>
            <a:r>
              <a:rPr lang="en" sz="700">
                <a:latin typeface="Consolas"/>
                <a:ea typeface="Consolas"/>
                <a:cs typeface="Consolas"/>
                <a:sym typeface="Consolas"/>
              </a:rPr>
              <a:t> 17cm</a:t>
            </a:r>
            <a:endParaRPr sz="7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24" name="Google Shape;424;p24"/>
          <p:cNvSpPr/>
          <p:nvPr/>
        </p:nvSpPr>
        <p:spPr>
          <a:xfrm>
            <a:off x="1574750" y="3692825"/>
            <a:ext cx="697200" cy="132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4570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latin typeface="Consolas"/>
                <a:ea typeface="Consolas"/>
                <a:cs typeface="Consolas"/>
                <a:sym typeface="Consolas"/>
              </a:rPr>
              <a:t>L:</a:t>
            </a:r>
            <a:r>
              <a:rPr lang="en" sz="700">
                <a:latin typeface="Consolas"/>
                <a:ea typeface="Consolas"/>
                <a:cs typeface="Consolas"/>
                <a:sym typeface="Consolas"/>
              </a:rPr>
              <a:t> 22cm</a:t>
            </a:r>
            <a:endParaRPr sz="7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25" name="Google Shape;425;p24"/>
          <p:cNvSpPr/>
          <p:nvPr/>
        </p:nvSpPr>
        <p:spPr>
          <a:xfrm>
            <a:off x="1573528" y="3824825"/>
            <a:ext cx="697200" cy="132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4570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latin typeface="Consolas"/>
                <a:ea typeface="Consolas"/>
                <a:cs typeface="Consolas"/>
                <a:sym typeface="Consolas"/>
              </a:rPr>
              <a:t>H:</a:t>
            </a:r>
            <a:r>
              <a:rPr lang="en" sz="700">
                <a:latin typeface="Consolas"/>
                <a:ea typeface="Consolas"/>
                <a:cs typeface="Consolas"/>
                <a:sym typeface="Consolas"/>
              </a:rPr>
              <a:t> 3.5cm</a:t>
            </a:r>
            <a:endParaRPr sz="7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26" name="Google Shape;426;p24"/>
          <p:cNvSpPr/>
          <p:nvPr/>
        </p:nvSpPr>
        <p:spPr>
          <a:xfrm>
            <a:off x="3748465" y="3692825"/>
            <a:ext cx="697200" cy="132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4570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latin typeface="Consolas"/>
                <a:ea typeface="Consolas"/>
                <a:cs typeface="Consolas"/>
                <a:sym typeface="Consolas"/>
              </a:rPr>
              <a:t>W:</a:t>
            </a:r>
            <a:r>
              <a:rPr lang="en" sz="700">
                <a:latin typeface="Consolas"/>
                <a:ea typeface="Consolas"/>
                <a:cs typeface="Consolas"/>
                <a:sym typeface="Consolas"/>
              </a:rPr>
              <a:t> 13cm</a:t>
            </a:r>
            <a:endParaRPr sz="7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27" name="Google Shape;427;p24"/>
          <p:cNvSpPr/>
          <p:nvPr/>
        </p:nvSpPr>
        <p:spPr>
          <a:xfrm>
            <a:off x="3051063" y="3692825"/>
            <a:ext cx="697200" cy="132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4570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latin typeface="Consolas"/>
                <a:ea typeface="Consolas"/>
                <a:cs typeface="Consolas"/>
                <a:sym typeface="Consolas"/>
              </a:rPr>
              <a:t>L:</a:t>
            </a:r>
            <a:r>
              <a:rPr lang="en" sz="700">
                <a:latin typeface="Consolas"/>
                <a:ea typeface="Consolas"/>
                <a:cs typeface="Consolas"/>
                <a:sym typeface="Consolas"/>
              </a:rPr>
              <a:t> 19cm</a:t>
            </a:r>
            <a:endParaRPr sz="7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28" name="Google Shape;428;p24"/>
          <p:cNvSpPr/>
          <p:nvPr/>
        </p:nvSpPr>
        <p:spPr>
          <a:xfrm>
            <a:off x="3049840" y="3824825"/>
            <a:ext cx="697200" cy="132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4570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latin typeface="Consolas"/>
                <a:ea typeface="Consolas"/>
                <a:cs typeface="Consolas"/>
                <a:sym typeface="Consolas"/>
              </a:rPr>
              <a:t>H:</a:t>
            </a:r>
            <a:r>
              <a:rPr lang="en" sz="700">
                <a:latin typeface="Consolas"/>
                <a:ea typeface="Consolas"/>
                <a:cs typeface="Consolas"/>
                <a:sym typeface="Consolas"/>
              </a:rPr>
              <a:t> 4cm</a:t>
            </a:r>
            <a:endParaRPr sz="7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29" name="Google Shape;429;p24"/>
          <p:cNvSpPr/>
          <p:nvPr/>
        </p:nvSpPr>
        <p:spPr>
          <a:xfrm>
            <a:off x="5225378" y="3692825"/>
            <a:ext cx="697200" cy="132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4570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latin typeface="Consolas"/>
                <a:ea typeface="Consolas"/>
                <a:cs typeface="Consolas"/>
                <a:sym typeface="Consolas"/>
              </a:rPr>
              <a:t>W:</a:t>
            </a:r>
            <a:r>
              <a:rPr lang="en" sz="700">
                <a:latin typeface="Consolas"/>
                <a:ea typeface="Consolas"/>
                <a:cs typeface="Consolas"/>
                <a:sym typeface="Consolas"/>
              </a:rPr>
              <a:t> 15cm</a:t>
            </a:r>
            <a:endParaRPr sz="7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30" name="Google Shape;430;p24"/>
          <p:cNvSpPr/>
          <p:nvPr/>
        </p:nvSpPr>
        <p:spPr>
          <a:xfrm>
            <a:off x="4527975" y="3692825"/>
            <a:ext cx="697200" cy="132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4570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latin typeface="Consolas"/>
                <a:ea typeface="Consolas"/>
                <a:cs typeface="Consolas"/>
                <a:sym typeface="Consolas"/>
              </a:rPr>
              <a:t>L:</a:t>
            </a:r>
            <a:r>
              <a:rPr lang="en" sz="700">
                <a:latin typeface="Consolas"/>
                <a:ea typeface="Consolas"/>
                <a:cs typeface="Consolas"/>
                <a:sym typeface="Consolas"/>
              </a:rPr>
              <a:t> 23cm</a:t>
            </a:r>
            <a:endParaRPr sz="7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31" name="Google Shape;431;p24"/>
          <p:cNvSpPr/>
          <p:nvPr/>
        </p:nvSpPr>
        <p:spPr>
          <a:xfrm>
            <a:off x="4526753" y="3824825"/>
            <a:ext cx="697200" cy="132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4570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latin typeface="Consolas"/>
                <a:ea typeface="Consolas"/>
                <a:cs typeface="Consolas"/>
                <a:sym typeface="Consolas"/>
              </a:rPr>
              <a:t>H:</a:t>
            </a:r>
            <a:r>
              <a:rPr lang="en" sz="700">
                <a:latin typeface="Consolas"/>
                <a:ea typeface="Consolas"/>
                <a:cs typeface="Consolas"/>
                <a:sym typeface="Consolas"/>
              </a:rPr>
              <a:t> 4.5cm</a:t>
            </a:r>
            <a:endParaRPr sz="7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32" name="Google Shape;432;p24"/>
          <p:cNvSpPr/>
          <p:nvPr/>
        </p:nvSpPr>
        <p:spPr>
          <a:xfrm>
            <a:off x="8174953" y="3692825"/>
            <a:ext cx="697200" cy="132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4570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latin typeface="Consolas"/>
                <a:ea typeface="Consolas"/>
                <a:cs typeface="Consolas"/>
                <a:sym typeface="Consolas"/>
              </a:rPr>
              <a:t>H:</a:t>
            </a:r>
            <a:r>
              <a:rPr lang="en" sz="700">
                <a:latin typeface="Consolas"/>
                <a:ea typeface="Consolas"/>
                <a:cs typeface="Consolas"/>
                <a:sym typeface="Consolas"/>
              </a:rPr>
              <a:t> 3cm</a:t>
            </a:r>
            <a:endParaRPr sz="7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33" name="Google Shape;433;p24"/>
          <p:cNvSpPr/>
          <p:nvPr/>
        </p:nvSpPr>
        <p:spPr>
          <a:xfrm>
            <a:off x="7477550" y="3692825"/>
            <a:ext cx="697200" cy="132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4570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latin typeface="Consolas"/>
                <a:ea typeface="Consolas"/>
                <a:cs typeface="Consolas"/>
                <a:sym typeface="Consolas"/>
              </a:rPr>
              <a:t>D:</a:t>
            </a:r>
            <a:r>
              <a:rPr lang="en" sz="700">
                <a:latin typeface="Consolas"/>
                <a:ea typeface="Consolas"/>
                <a:cs typeface="Consolas"/>
                <a:sym typeface="Consolas"/>
              </a:rPr>
              <a:t> 7cm</a:t>
            </a:r>
            <a:endParaRPr sz="7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34" name="Google Shape;434;p24"/>
          <p:cNvSpPr/>
          <p:nvPr/>
        </p:nvSpPr>
        <p:spPr>
          <a:xfrm>
            <a:off x="6702315" y="3692825"/>
            <a:ext cx="697200" cy="132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4570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latin typeface="Consolas"/>
                <a:ea typeface="Consolas"/>
                <a:cs typeface="Consolas"/>
                <a:sym typeface="Consolas"/>
              </a:rPr>
              <a:t>W:</a:t>
            </a:r>
            <a:r>
              <a:rPr lang="en" sz="700">
                <a:latin typeface="Consolas"/>
                <a:ea typeface="Consolas"/>
                <a:cs typeface="Consolas"/>
                <a:sym typeface="Consolas"/>
              </a:rPr>
              <a:t> 13.5cm</a:t>
            </a:r>
            <a:endParaRPr sz="7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35" name="Google Shape;435;p24"/>
          <p:cNvSpPr/>
          <p:nvPr/>
        </p:nvSpPr>
        <p:spPr>
          <a:xfrm>
            <a:off x="6004913" y="3692825"/>
            <a:ext cx="697200" cy="132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4570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latin typeface="Consolas"/>
                <a:ea typeface="Consolas"/>
                <a:cs typeface="Consolas"/>
                <a:sym typeface="Consolas"/>
              </a:rPr>
              <a:t>L:</a:t>
            </a:r>
            <a:r>
              <a:rPr lang="en" sz="700">
                <a:latin typeface="Consolas"/>
                <a:ea typeface="Consolas"/>
                <a:cs typeface="Consolas"/>
                <a:sym typeface="Consolas"/>
              </a:rPr>
              <a:t> 19cm</a:t>
            </a:r>
            <a:endParaRPr sz="7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36" name="Google Shape;436;p24"/>
          <p:cNvSpPr/>
          <p:nvPr/>
        </p:nvSpPr>
        <p:spPr>
          <a:xfrm>
            <a:off x="6003690" y="3824825"/>
            <a:ext cx="697200" cy="132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4570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latin typeface="Consolas"/>
                <a:ea typeface="Consolas"/>
                <a:cs typeface="Consolas"/>
                <a:sym typeface="Consolas"/>
              </a:rPr>
              <a:t>H:</a:t>
            </a:r>
            <a:r>
              <a:rPr lang="en" sz="700">
                <a:latin typeface="Consolas"/>
                <a:ea typeface="Consolas"/>
                <a:cs typeface="Consolas"/>
                <a:sym typeface="Consolas"/>
              </a:rPr>
              <a:t> 3cm</a:t>
            </a:r>
            <a:endParaRPr sz="7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5"/>
          <p:cNvSpPr txBox="1"/>
          <p:nvPr>
            <p:ph type="title"/>
          </p:nvPr>
        </p:nvSpPr>
        <p:spPr>
          <a:xfrm>
            <a:off x="205225" y="582850"/>
            <a:ext cx="1159200" cy="20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Beige / Brown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—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Boards &amp; Stands</a:t>
            </a:r>
            <a:endParaRPr/>
          </a:p>
        </p:txBody>
      </p:sp>
      <p:pic>
        <p:nvPicPr>
          <p:cNvPr id="442" name="Google Shape;442;p25" title="IMG_4097.JP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5010" l="4920" r="4631" t="14565"/>
          <a:stretch/>
        </p:blipFill>
        <p:spPr>
          <a:xfrm>
            <a:off x="7477550" y="664325"/>
            <a:ext cx="1399501" cy="933300"/>
          </a:xfrm>
          <a:prstGeom prst="rect">
            <a:avLst/>
          </a:prstGeom>
        </p:spPr>
      </p:pic>
      <p:sp>
        <p:nvSpPr>
          <p:cNvPr id="443" name="Google Shape;443;p25"/>
          <p:cNvSpPr/>
          <p:nvPr>
            <p:ph idx="3" type="pic"/>
          </p:nvPr>
        </p:nvSpPr>
        <p:spPr>
          <a:xfrm>
            <a:off x="7477550" y="1673825"/>
            <a:ext cx="1399500" cy="933300"/>
          </a:xfrm>
          <a:prstGeom prst="rect">
            <a:avLst/>
          </a:prstGeom>
        </p:spPr>
      </p:sp>
      <p:sp>
        <p:nvSpPr>
          <p:cNvPr id="444" name="Google Shape;444;p25"/>
          <p:cNvSpPr/>
          <p:nvPr>
            <p:ph idx="4" type="pic"/>
          </p:nvPr>
        </p:nvSpPr>
        <p:spPr>
          <a:xfrm>
            <a:off x="7477550" y="2683325"/>
            <a:ext cx="1399500" cy="933300"/>
          </a:xfrm>
          <a:prstGeom prst="rect">
            <a:avLst/>
          </a:prstGeom>
        </p:spPr>
      </p:sp>
      <p:sp>
        <p:nvSpPr>
          <p:cNvPr id="445" name="Google Shape;445;p25"/>
          <p:cNvSpPr/>
          <p:nvPr>
            <p:ph idx="5" type="pic"/>
          </p:nvPr>
        </p:nvSpPr>
        <p:spPr>
          <a:xfrm>
            <a:off x="7477550" y="3692825"/>
            <a:ext cx="1399500" cy="933300"/>
          </a:xfrm>
          <a:prstGeom prst="rect">
            <a:avLst/>
          </a:prstGeom>
        </p:spPr>
      </p:sp>
      <p:pic>
        <p:nvPicPr>
          <p:cNvPr id="446" name="Google Shape;446;p25" title="IMG_4093.JPG"/>
          <p:cNvPicPr preferRelativeResize="0"/>
          <p:nvPr>
            <p:ph idx="7" type="pic"/>
          </p:nvPr>
        </p:nvPicPr>
        <p:blipFill rotWithShape="1">
          <a:blip r:embed="rId4">
            <a:alphaModFix/>
          </a:blip>
          <a:srcRect b="5540" l="0" r="0" t="5540"/>
          <a:stretch/>
        </p:blipFill>
        <p:spPr>
          <a:xfrm>
            <a:off x="6001850" y="1673825"/>
            <a:ext cx="1399501" cy="933300"/>
          </a:xfrm>
          <a:prstGeom prst="rect">
            <a:avLst/>
          </a:prstGeom>
        </p:spPr>
      </p:pic>
      <p:sp>
        <p:nvSpPr>
          <p:cNvPr id="447" name="Google Shape;447;p25"/>
          <p:cNvSpPr/>
          <p:nvPr>
            <p:ph idx="8" type="pic"/>
          </p:nvPr>
        </p:nvSpPr>
        <p:spPr>
          <a:xfrm>
            <a:off x="6001850" y="2683325"/>
            <a:ext cx="1399500" cy="933300"/>
          </a:xfrm>
          <a:prstGeom prst="rect">
            <a:avLst/>
          </a:prstGeom>
        </p:spPr>
      </p:sp>
      <p:sp>
        <p:nvSpPr>
          <p:cNvPr id="448" name="Google Shape;448;p25"/>
          <p:cNvSpPr/>
          <p:nvPr>
            <p:ph idx="9" type="pic"/>
          </p:nvPr>
        </p:nvSpPr>
        <p:spPr>
          <a:xfrm>
            <a:off x="6001850" y="3692825"/>
            <a:ext cx="1399500" cy="933300"/>
          </a:xfrm>
          <a:prstGeom prst="rect">
            <a:avLst/>
          </a:prstGeom>
        </p:spPr>
      </p:sp>
      <p:pic>
        <p:nvPicPr>
          <p:cNvPr id="449" name="Google Shape;449;p25" title="IMG_4080.JPG"/>
          <p:cNvPicPr preferRelativeResize="0"/>
          <p:nvPr>
            <p:ph idx="13" type="pic"/>
          </p:nvPr>
        </p:nvPicPr>
        <p:blipFill rotWithShape="1">
          <a:blip r:embed="rId5">
            <a:alphaModFix/>
          </a:blip>
          <a:srcRect b="5540" l="0" r="0" t="5540"/>
          <a:stretch/>
        </p:blipFill>
        <p:spPr>
          <a:xfrm>
            <a:off x="4526150" y="664325"/>
            <a:ext cx="1399501" cy="933300"/>
          </a:xfrm>
          <a:prstGeom prst="rect">
            <a:avLst/>
          </a:prstGeom>
        </p:spPr>
      </p:pic>
      <p:pic>
        <p:nvPicPr>
          <p:cNvPr id="450" name="Google Shape;450;p25" title="IMG_4094.JPG"/>
          <p:cNvPicPr preferRelativeResize="0"/>
          <p:nvPr>
            <p:ph idx="14" type="pic"/>
          </p:nvPr>
        </p:nvPicPr>
        <p:blipFill rotWithShape="1">
          <a:blip r:embed="rId6">
            <a:alphaModFix/>
          </a:blip>
          <a:srcRect b="5540" l="0" r="0" t="5540"/>
          <a:stretch/>
        </p:blipFill>
        <p:spPr>
          <a:xfrm>
            <a:off x="4526150" y="1673825"/>
            <a:ext cx="1399501" cy="933300"/>
          </a:xfrm>
          <a:prstGeom prst="rect">
            <a:avLst/>
          </a:prstGeom>
        </p:spPr>
      </p:pic>
      <p:sp>
        <p:nvSpPr>
          <p:cNvPr id="451" name="Google Shape;451;p25"/>
          <p:cNvSpPr/>
          <p:nvPr>
            <p:ph idx="15" type="pic"/>
          </p:nvPr>
        </p:nvSpPr>
        <p:spPr>
          <a:xfrm>
            <a:off x="4526150" y="2683325"/>
            <a:ext cx="1399500" cy="933300"/>
          </a:xfrm>
          <a:prstGeom prst="rect">
            <a:avLst/>
          </a:prstGeom>
        </p:spPr>
      </p:sp>
      <p:sp>
        <p:nvSpPr>
          <p:cNvPr id="452" name="Google Shape;452;p25"/>
          <p:cNvSpPr/>
          <p:nvPr>
            <p:ph idx="16" type="pic"/>
          </p:nvPr>
        </p:nvSpPr>
        <p:spPr>
          <a:xfrm>
            <a:off x="4526150" y="3692825"/>
            <a:ext cx="1399500" cy="933300"/>
          </a:xfrm>
          <a:prstGeom prst="rect">
            <a:avLst/>
          </a:prstGeom>
        </p:spPr>
      </p:sp>
      <p:pic>
        <p:nvPicPr>
          <p:cNvPr id="453" name="Google Shape;453;p25" title="IMG_4079.JPG"/>
          <p:cNvPicPr preferRelativeResize="0"/>
          <p:nvPr>
            <p:ph idx="17" type="pic"/>
          </p:nvPr>
        </p:nvPicPr>
        <p:blipFill rotWithShape="1">
          <a:blip r:embed="rId7">
            <a:alphaModFix/>
          </a:blip>
          <a:srcRect b="5540" l="0" r="0" t="5540"/>
          <a:stretch/>
        </p:blipFill>
        <p:spPr>
          <a:xfrm>
            <a:off x="3048000" y="664325"/>
            <a:ext cx="1399501" cy="933300"/>
          </a:xfrm>
          <a:prstGeom prst="rect">
            <a:avLst/>
          </a:prstGeom>
        </p:spPr>
      </p:pic>
      <p:pic>
        <p:nvPicPr>
          <p:cNvPr id="454" name="Google Shape;454;p25" title="IMG_4095.JPG"/>
          <p:cNvPicPr preferRelativeResize="0"/>
          <p:nvPr>
            <p:ph idx="18" type="pic"/>
          </p:nvPr>
        </p:nvPicPr>
        <p:blipFill rotWithShape="1">
          <a:blip r:embed="rId8">
            <a:alphaModFix/>
          </a:blip>
          <a:srcRect b="5540" l="0" r="0" t="5540"/>
          <a:stretch/>
        </p:blipFill>
        <p:spPr>
          <a:xfrm>
            <a:off x="3048000" y="1673825"/>
            <a:ext cx="1399501" cy="933300"/>
          </a:xfrm>
          <a:prstGeom prst="rect">
            <a:avLst/>
          </a:prstGeom>
        </p:spPr>
      </p:pic>
      <p:sp>
        <p:nvSpPr>
          <p:cNvPr id="455" name="Google Shape;455;p25"/>
          <p:cNvSpPr/>
          <p:nvPr>
            <p:ph idx="19" type="pic"/>
          </p:nvPr>
        </p:nvSpPr>
        <p:spPr>
          <a:xfrm>
            <a:off x="3048000" y="2683325"/>
            <a:ext cx="1399500" cy="933300"/>
          </a:xfrm>
          <a:prstGeom prst="rect">
            <a:avLst/>
          </a:prstGeom>
        </p:spPr>
      </p:sp>
      <p:sp>
        <p:nvSpPr>
          <p:cNvPr id="456" name="Google Shape;456;p25"/>
          <p:cNvSpPr/>
          <p:nvPr>
            <p:ph idx="20" type="pic"/>
          </p:nvPr>
        </p:nvSpPr>
        <p:spPr>
          <a:xfrm>
            <a:off x="3048000" y="3692825"/>
            <a:ext cx="1399500" cy="933300"/>
          </a:xfrm>
          <a:prstGeom prst="rect">
            <a:avLst/>
          </a:prstGeom>
        </p:spPr>
      </p:sp>
      <p:pic>
        <p:nvPicPr>
          <p:cNvPr id="457" name="Google Shape;457;p25" title="IMG_4078.JPG"/>
          <p:cNvPicPr preferRelativeResize="0"/>
          <p:nvPr>
            <p:ph idx="21" type="pic"/>
          </p:nvPr>
        </p:nvPicPr>
        <p:blipFill rotWithShape="1">
          <a:blip r:embed="rId9">
            <a:alphaModFix/>
          </a:blip>
          <a:srcRect b="5540" l="0" r="0" t="5540"/>
          <a:stretch/>
        </p:blipFill>
        <p:spPr>
          <a:xfrm>
            <a:off x="1574750" y="664325"/>
            <a:ext cx="1399501" cy="933300"/>
          </a:xfrm>
          <a:prstGeom prst="rect">
            <a:avLst/>
          </a:prstGeom>
        </p:spPr>
      </p:pic>
      <p:pic>
        <p:nvPicPr>
          <p:cNvPr id="458" name="Google Shape;458;p25" title="IMG_4096.JPG"/>
          <p:cNvPicPr preferRelativeResize="0"/>
          <p:nvPr>
            <p:ph idx="22" type="pic"/>
          </p:nvPr>
        </p:nvPicPr>
        <p:blipFill rotWithShape="1">
          <a:blip r:embed="rId10">
            <a:alphaModFix/>
          </a:blip>
          <a:srcRect b="5540" l="0" r="0" t="5540"/>
          <a:stretch/>
        </p:blipFill>
        <p:spPr>
          <a:xfrm>
            <a:off x="1574750" y="1673825"/>
            <a:ext cx="1399501" cy="933300"/>
          </a:xfrm>
          <a:prstGeom prst="rect">
            <a:avLst/>
          </a:prstGeom>
        </p:spPr>
      </p:pic>
      <p:sp>
        <p:nvSpPr>
          <p:cNvPr id="459" name="Google Shape;459;p25"/>
          <p:cNvSpPr/>
          <p:nvPr>
            <p:ph idx="23" type="pic"/>
          </p:nvPr>
        </p:nvSpPr>
        <p:spPr>
          <a:xfrm>
            <a:off x="1574750" y="2683325"/>
            <a:ext cx="1399500" cy="933300"/>
          </a:xfrm>
          <a:prstGeom prst="rect">
            <a:avLst/>
          </a:prstGeom>
        </p:spPr>
      </p:sp>
      <p:sp>
        <p:nvSpPr>
          <p:cNvPr id="460" name="Google Shape;460;p25"/>
          <p:cNvSpPr/>
          <p:nvPr>
            <p:ph idx="24" type="pic"/>
          </p:nvPr>
        </p:nvSpPr>
        <p:spPr>
          <a:xfrm>
            <a:off x="1574750" y="3692825"/>
            <a:ext cx="1399500" cy="933300"/>
          </a:xfrm>
          <a:prstGeom prst="rect">
            <a:avLst/>
          </a:prstGeom>
        </p:spPr>
      </p:sp>
      <p:sp>
        <p:nvSpPr>
          <p:cNvPr id="461" name="Google Shape;461;p25">
            <a:hlinkClick action="ppaction://hlinksldjump" r:id="rId11"/>
          </p:cNvPr>
          <p:cNvSpPr/>
          <p:nvPr/>
        </p:nvSpPr>
        <p:spPr>
          <a:xfrm>
            <a:off x="286825" y="4171625"/>
            <a:ext cx="996000" cy="4545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&lt;&lt;&lt; TABLE OF</a:t>
            </a:r>
            <a:endParaRPr b="1" sz="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CONTENTS</a:t>
            </a:r>
            <a:endParaRPr b="1" sz="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62" name="Google Shape;462;p25"/>
          <p:cNvSpPr/>
          <p:nvPr/>
        </p:nvSpPr>
        <p:spPr>
          <a:xfrm>
            <a:off x="2272140" y="664325"/>
            <a:ext cx="697200" cy="132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4570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latin typeface="Consolas"/>
                <a:ea typeface="Consolas"/>
                <a:cs typeface="Consolas"/>
                <a:sym typeface="Consolas"/>
              </a:rPr>
              <a:t>W: </a:t>
            </a:r>
            <a:r>
              <a:rPr lang="en" sz="700">
                <a:latin typeface="Consolas"/>
                <a:ea typeface="Consolas"/>
                <a:cs typeface="Consolas"/>
                <a:sym typeface="Consolas"/>
              </a:rPr>
              <a:t>16cm</a:t>
            </a:r>
            <a:endParaRPr sz="7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63" name="Google Shape;463;p25"/>
          <p:cNvSpPr/>
          <p:nvPr/>
        </p:nvSpPr>
        <p:spPr>
          <a:xfrm>
            <a:off x="1574738" y="664325"/>
            <a:ext cx="697200" cy="132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4570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latin typeface="Consolas"/>
                <a:ea typeface="Consolas"/>
                <a:cs typeface="Consolas"/>
                <a:sym typeface="Consolas"/>
              </a:rPr>
              <a:t>L:</a:t>
            </a:r>
            <a:r>
              <a:rPr lang="en" sz="700">
                <a:latin typeface="Consolas"/>
                <a:ea typeface="Consolas"/>
                <a:cs typeface="Consolas"/>
                <a:sym typeface="Consolas"/>
              </a:rPr>
              <a:t> 18cm</a:t>
            </a:r>
            <a:endParaRPr sz="7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64" name="Google Shape;464;p25" title="IMG_4081.JPG"/>
          <p:cNvPicPr preferRelativeResize="0"/>
          <p:nvPr>
            <p:ph idx="6" type="pic"/>
          </p:nvPr>
        </p:nvPicPr>
        <p:blipFill rotWithShape="1">
          <a:blip r:embed="rId12">
            <a:alphaModFix/>
          </a:blip>
          <a:srcRect b="5540" l="0" r="0" t="5540"/>
          <a:stretch/>
        </p:blipFill>
        <p:spPr>
          <a:xfrm>
            <a:off x="6001850" y="664325"/>
            <a:ext cx="1399501" cy="933300"/>
          </a:xfrm>
          <a:prstGeom prst="rect">
            <a:avLst/>
          </a:prstGeom>
        </p:spPr>
      </p:pic>
      <p:sp>
        <p:nvSpPr>
          <p:cNvPr id="465" name="Google Shape;465;p25"/>
          <p:cNvSpPr/>
          <p:nvPr/>
        </p:nvSpPr>
        <p:spPr>
          <a:xfrm>
            <a:off x="4524925" y="664325"/>
            <a:ext cx="1399500" cy="132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4570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latin typeface="Consolas"/>
                <a:ea typeface="Consolas"/>
                <a:cs typeface="Consolas"/>
                <a:sym typeface="Consolas"/>
              </a:rPr>
              <a:t>D:</a:t>
            </a:r>
            <a:r>
              <a:rPr lang="en" sz="700">
                <a:latin typeface="Consolas"/>
                <a:ea typeface="Consolas"/>
                <a:cs typeface="Consolas"/>
                <a:sym typeface="Consolas"/>
              </a:rPr>
              <a:t> 22.5cm</a:t>
            </a:r>
            <a:endParaRPr sz="7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66" name="Google Shape;466;p25"/>
          <p:cNvSpPr/>
          <p:nvPr/>
        </p:nvSpPr>
        <p:spPr>
          <a:xfrm>
            <a:off x="3750303" y="664325"/>
            <a:ext cx="697200" cy="132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4570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latin typeface="Consolas"/>
                <a:ea typeface="Consolas"/>
                <a:cs typeface="Consolas"/>
                <a:sym typeface="Consolas"/>
              </a:rPr>
              <a:t>H:</a:t>
            </a:r>
            <a:r>
              <a:rPr lang="en" sz="700">
                <a:latin typeface="Consolas"/>
                <a:ea typeface="Consolas"/>
                <a:cs typeface="Consolas"/>
                <a:sym typeface="Consolas"/>
              </a:rPr>
              <a:t> 7cm</a:t>
            </a:r>
            <a:endParaRPr sz="7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67" name="Google Shape;467;p25"/>
          <p:cNvSpPr/>
          <p:nvPr/>
        </p:nvSpPr>
        <p:spPr>
          <a:xfrm>
            <a:off x="3052900" y="664325"/>
            <a:ext cx="697200" cy="132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4570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latin typeface="Consolas"/>
                <a:ea typeface="Consolas"/>
                <a:cs typeface="Consolas"/>
                <a:sym typeface="Consolas"/>
              </a:rPr>
              <a:t>D:</a:t>
            </a:r>
            <a:r>
              <a:rPr lang="en" sz="700">
                <a:latin typeface="Consolas"/>
                <a:ea typeface="Consolas"/>
                <a:cs typeface="Consolas"/>
                <a:sym typeface="Consolas"/>
              </a:rPr>
              <a:t> 14.5cm</a:t>
            </a:r>
            <a:endParaRPr sz="7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68" name="Google Shape;468;p25"/>
          <p:cNvSpPr/>
          <p:nvPr/>
        </p:nvSpPr>
        <p:spPr>
          <a:xfrm>
            <a:off x="1580878" y="796325"/>
            <a:ext cx="697200" cy="132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4570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latin typeface="Consolas"/>
                <a:ea typeface="Consolas"/>
                <a:cs typeface="Consolas"/>
                <a:sym typeface="Consolas"/>
              </a:rPr>
              <a:t>H:</a:t>
            </a:r>
            <a:r>
              <a:rPr lang="en" sz="700">
                <a:latin typeface="Consolas"/>
                <a:ea typeface="Consolas"/>
                <a:cs typeface="Consolas"/>
                <a:sym typeface="Consolas"/>
              </a:rPr>
              <a:t> 3.5cm</a:t>
            </a:r>
            <a:endParaRPr sz="7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69" name="Google Shape;469;p25"/>
          <p:cNvSpPr/>
          <p:nvPr/>
        </p:nvSpPr>
        <p:spPr>
          <a:xfrm>
            <a:off x="6701690" y="664325"/>
            <a:ext cx="697200" cy="132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4570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latin typeface="Consolas"/>
                <a:ea typeface="Consolas"/>
                <a:cs typeface="Consolas"/>
                <a:sym typeface="Consolas"/>
              </a:rPr>
              <a:t>W: </a:t>
            </a:r>
            <a:r>
              <a:rPr lang="en" sz="700">
                <a:latin typeface="Consolas"/>
                <a:ea typeface="Consolas"/>
                <a:cs typeface="Consolas"/>
                <a:sym typeface="Consolas"/>
              </a:rPr>
              <a:t>17.5cm</a:t>
            </a:r>
            <a:endParaRPr sz="7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70" name="Google Shape;470;p25"/>
          <p:cNvSpPr/>
          <p:nvPr/>
        </p:nvSpPr>
        <p:spPr>
          <a:xfrm>
            <a:off x="6004288" y="664325"/>
            <a:ext cx="697200" cy="132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4570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latin typeface="Consolas"/>
                <a:ea typeface="Consolas"/>
                <a:cs typeface="Consolas"/>
                <a:sym typeface="Consolas"/>
              </a:rPr>
              <a:t>L:</a:t>
            </a:r>
            <a:r>
              <a:rPr lang="en" sz="700">
                <a:latin typeface="Consolas"/>
                <a:ea typeface="Consolas"/>
                <a:cs typeface="Consolas"/>
                <a:sym typeface="Consolas"/>
              </a:rPr>
              <a:t> 22.5cm</a:t>
            </a:r>
            <a:endParaRPr sz="7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71" name="Google Shape;471;p25"/>
          <p:cNvSpPr/>
          <p:nvPr/>
        </p:nvSpPr>
        <p:spPr>
          <a:xfrm>
            <a:off x="6010428" y="796325"/>
            <a:ext cx="697200" cy="132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4570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latin typeface="Consolas"/>
                <a:ea typeface="Consolas"/>
                <a:cs typeface="Consolas"/>
                <a:sym typeface="Consolas"/>
              </a:rPr>
              <a:t>H:</a:t>
            </a:r>
            <a:r>
              <a:rPr lang="en" sz="700">
                <a:latin typeface="Consolas"/>
                <a:ea typeface="Consolas"/>
                <a:cs typeface="Consolas"/>
                <a:sym typeface="Consolas"/>
              </a:rPr>
              <a:t> 5cm</a:t>
            </a:r>
            <a:endParaRPr sz="7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72" name="Google Shape;472;p25"/>
          <p:cNvSpPr/>
          <p:nvPr/>
        </p:nvSpPr>
        <p:spPr>
          <a:xfrm>
            <a:off x="5225417" y="1673825"/>
            <a:ext cx="699000" cy="132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4570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latin typeface="Consolas"/>
                <a:ea typeface="Consolas"/>
                <a:cs typeface="Consolas"/>
                <a:sym typeface="Consolas"/>
              </a:rPr>
              <a:t>W:</a:t>
            </a:r>
            <a:r>
              <a:rPr lang="en" sz="700">
                <a:latin typeface="Consolas"/>
                <a:ea typeface="Consolas"/>
                <a:cs typeface="Consolas"/>
                <a:sym typeface="Consolas"/>
              </a:rPr>
              <a:t> 6.5cm</a:t>
            </a:r>
            <a:endParaRPr sz="7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73" name="Google Shape;473;p25"/>
          <p:cNvSpPr/>
          <p:nvPr/>
        </p:nvSpPr>
        <p:spPr>
          <a:xfrm>
            <a:off x="4526150" y="1673825"/>
            <a:ext cx="699000" cy="132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4570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latin typeface="Consolas"/>
                <a:ea typeface="Consolas"/>
                <a:cs typeface="Consolas"/>
                <a:sym typeface="Consolas"/>
              </a:rPr>
              <a:t>L:</a:t>
            </a:r>
            <a:r>
              <a:rPr lang="en" sz="700">
                <a:latin typeface="Consolas"/>
                <a:ea typeface="Consolas"/>
                <a:cs typeface="Consolas"/>
                <a:sym typeface="Consolas"/>
              </a:rPr>
              <a:t> 11cm</a:t>
            </a:r>
            <a:endParaRPr sz="7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74" name="Google Shape;474;p25"/>
          <p:cNvSpPr/>
          <p:nvPr/>
        </p:nvSpPr>
        <p:spPr>
          <a:xfrm>
            <a:off x="4524925" y="1805825"/>
            <a:ext cx="699000" cy="132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4570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latin typeface="Consolas"/>
                <a:ea typeface="Consolas"/>
                <a:cs typeface="Consolas"/>
                <a:sym typeface="Consolas"/>
              </a:rPr>
              <a:t>H:</a:t>
            </a:r>
            <a:r>
              <a:rPr lang="en" sz="700">
                <a:latin typeface="Consolas"/>
                <a:ea typeface="Consolas"/>
                <a:cs typeface="Consolas"/>
                <a:sym typeface="Consolas"/>
              </a:rPr>
              <a:t> 6cm</a:t>
            </a:r>
            <a:endParaRPr sz="7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75" name="Google Shape;475;p25"/>
          <p:cNvSpPr/>
          <p:nvPr/>
        </p:nvSpPr>
        <p:spPr>
          <a:xfrm>
            <a:off x="6702342" y="1673825"/>
            <a:ext cx="699000" cy="132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4570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latin typeface="Consolas"/>
                <a:ea typeface="Consolas"/>
                <a:cs typeface="Consolas"/>
                <a:sym typeface="Consolas"/>
              </a:rPr>
              <a:t>W:</a:t>
            </a:r>
            <a:r>
              <a:rPr lang="en" sz="700">
                <a:latin typeface="Consolas"/>
                <a:ea typeface="Consolas"/>
                <a:cs typeface="Consolas"/>
                <a:sym typeface="Consolas"/>
              </a:rPr>
              <a:t> 6.5cm</a:t>
            </a:r>
            <a:endParaRPr sz="7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76" name="Google Shape;476;p25"/>
          <p:cNvSpPr/>
          <p:nvPr/>
        </p:nvSpPr>
        <p:spPr>
          <a:xfrm>
            <a:off x="6003075" y="1673825"/>
            <a:ext cx="699000" cy="132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4570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latin typeface="Consolas"/>
                <a:ea typeface="Consolas"/>
                <a:cs typeface="Consolas"/>
                <a:sym typeface="Consolas"/>
              </a:rPr>
              <a:t>L:</a:t>
            </a:r>
            <a:r>
              <a:rPr lang="en" sz="700">
                <a:latin typeface="Consolas"/>
                <a:ea typeface="Consolas"/>
                <a:cs typeface="Consolas"/>
                <a:sym typeface="Consolas"/>
              </a:rPr>
              <a:t> 11cm</a:t>
            </a:r>
            <a:endParaRPr sz="7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77" name="Google Shape;477;p25"/>
          <p:cNvSpPr/>
          <p:nvPr/>
        </p:nvSpPr>
        <p:spPr>
          <a:xfrm>
            <a:off x="6001850" y="1805825"/>
            <a:ext cx="699000" cy="132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4570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latin typeface="Consolas"/>
                <a:ea typeface="Consolas"/>
                <a:cs typeface="Consolas"/>
                <a:sym typeface="Consolas"/>
              </a:rPr>
              <a:t>H:</a:t>
            </a:r>
            <a:r>
              <a:rPr lang="en" sz="700">
                <a:latin typeface="Consolas"/>
                <a:ea typeface="Consolas"/>
                <a:cs typeface="Consolas"/>
                <a:sym typeface="Consolas"/>
              </a:rPr>
              <a:t> 6cm</a:t>
            </a:r>
            <a:endParaRPr sz="7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78" name="Google Shape;478;p25"/>
          <p:cNvSpPr/>
          <p:nvPr/>
        </p:nvSpPr>
        <p:spPr>
          <a:xfrm>
            <a:off x="2278661" y="1690175"/>
            <a:ext cx="697500" cy="132000"/>
          </a:xfrm>
          <a:prstGeom prst="rect">
            <a:avLst/>
          </a:prstGeom>
          <a:noFill/>
          <a:ln cap="flat" cmpd="sng" w="95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500" lIns="45725" spcFirstLastPara="1" rIns="0" wrap="square" tIns="91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latin typeface="Consolas"/>
                <a:ea typeface="Consolas"/>
                <a:cs typeface="Consolas"/>
                <a:sym typeface="Consolas"/>
              </a:rPr>
              <a:t>H:</a:t>
            </a:r>
            <a:r>
              <a:rPr lang="en" sz="700">
                <a:latin typeface="Consolas"/>
                <a:ea typeface="Consolas"/>
                <a:cs typeface="Consolas"/>
                <a:sym typeface="Consolas"/>
              </a:rPr>
              <a:t> 8cm</a:t>
            </a:r>
            <a:endParaRPr sz="7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79" name="Google Shape;479;p25"/>
          <p:cNvSpPr/>
          <p:nvPr/>
        </p:nvSpPr>
        <p:spPr>
          <a:xfrm>
            <a:off x="1580875" y="1690175"/>
            <a:ext cx="697500" cy="132000"/>
          </a:xfrm>
          <a:prstGeom prst="rect">
            <a:avLst/>
          </a:prstGeom>
          <a:noFill/>
          <a:ln cap="flat" cmpd="sng" w="95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500" lIns="45725" spcFirstLastPara="1" rIns="0" wrap="square" tIns="91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latin typeface="Consolas"/>
                <a:ea typeface="Consolas"/>
                <a:cs typeface="Consolas"/>
                <a:sym typeface="Consolas"/>
              </a:rPr>
              <a:t>D:</a:t>
            </a:r>
            <a:r>
              <a:rPr lang="en" sz="700">
                <a:latin typeface="Consolas"/>
                <a:ea typeface="Consolas"/>
                <a:cs typeface="Consolas"/>
                <a:sym typeface="Consolas"/>
              </a:rPr>
              <a:t> 9.5cm</a:t>
            </a:r>
            <a:endParaRPr sz="7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80" name="Google Shape;480;p25"/>
          <p:cNvSpPr/>
          <p:nvPr/>
        </p:nvSpPr>
        <p:spPr>
          <a:xfrm>
            <a:off x="3751299" y="1690175"/>
            <a:ext cx="697500" cy="132000"/>
          </a:xfrm>
          <a:prstGeom prst="rect">
            <a:avLst/>
          </a:prstGeom>
          <a:noFill/>
          <a:ln cap="flat" cmpd="sng" w="95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500" lIns="45725" spcFirstLastPara="1" rIns="0" wrap="square" tIns="91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latin typeface="Consolas"/>
                <a:ea typeface="Consolas"/>
                <a:cs typeface="Consolas"/>
                <a:sym typeface="Consolas"/>
              </a:rPr>
              <a:t>H:</a:t>
            </a:r>
            <a:r>
              <a:rPr lang="en" sz="700">
                <a:latin typeface="Consolas"/>
                <a:ea typeface="Consolas"/>
                <a:cs typeface="Consolas"/>
                <a:sym typeface="Consolas"/>
              </a:rPr>
              <a:t> 6cm</a:t>
            </a:r>
            <a:endParaRPr sz="7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81" name="Google Shape;481;p25"/>
          <p:cNvSpPr/>
          <p:nvPr/>
        </p:nvSpPr>
        <p:spPr>
          <a:xfrm>
            <a:off x="3053513" y="1690175"/>
            <a:ext cx="697500" cy="132000"/>
          </a:xfrm>
          <a:prstGeom prst="rect">
            <a:avLst/>
          </a:prstGeom>
          <a:noFill/>
          <a:ln cap="flat" cmpd="sng" w="95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500" lIns="45725" spcFirstLastPara="1" rIns="0" wrap="square" tIns="91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latin typeface="Consolas"/>
                <a:ea typeface="Consolas"/>
                <a:cs typeface="Consolas"/>
                <a:sym typeface="Consolas"/>
              </a:rPr>
              <a:t>D:</a:t>
            </a:r>
            <a:r>
              <a:rPr lang="en" sz="700">
                <a:latin typeface="Consolas"/>
                <a:ea typeface="Consolas"/>
                <a:cs typeface="Consolas"/>
                <a:sym typeface="Consolas"/>
              </a:rPr>
              <a:t> 9cm</a:t>
            </a:r>
            <a:endParaRPr sz="7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82" name="Google Shape;482;p25"/>
          <p:cNvSpPr/>
          <p:nvPr/>
        </p:nvSpPr>
        <p:spPr>
          <a:xfrm>
            <a:off x="8175324" y="664325"/>
            <a:ext cx="697500" cy="132000"/>
          </a:xfrm>
          <a:prstGeom prst="rect">
            <a:avLst/>
          </a:prstGeom>
          <a:noFill/>
          <a:ln cap="flat" cmpd="sng" w="95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500" lIns="45725" spcFirstLastPara="1" rIns="0" wrap="square" tIns="91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latin typeface="Consolas"/>
                <a:ea typeface="Consolas"/>
                <a:cs typeface="Consolas"/>
                <a:sym typeface="Consolas"/>
              </a:rPr>
              <a:t>H:</a:t>
            </a:r>
            <a:r>
              <a:rPr lang="en" sz="700">
                <a:latin typeface="Consolas"/>
                <a:ea typeface="Consolas"/>
                <a:cs typeface="Consolas"/>
                <a:sym typeface="Consolas"/>
              </a:rPr>
              <a:t> 8cm</a:t>
            </a:r>
            <a:endParaRPr sz="7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83" name="Google Shape;483;p25"/>
          <p:cNvSpPr/>
          <p:nvPr/>
        </p:nvSpPr>
        <p:spPr>
          <a:xfrm>
            <a:off x="7477538" y="664325"/>
            <a:ext cx="697500" cy="132000"/>
          </a:xfrm>
          <a:prstGeom prst="rect">
            <a:avLst/>
          </a:prstGeom>
          <a:noFill/>
          <a:ln cap="flat" cmpd="sng" w="95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500" lIns="45725" spcFirstLastPara="1" rIns="0" wrap="square" tIns="91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latin typeface="Consolas"/>
                <a:ea typeface="Consolas"/>
                <a:cs typeface="Consolas"/>
                <a:sym typeface="Consolas"/>
              </a:rPr>
              <a:t>D:</a:t>
            </a:r>
            <a:r>
              <a:rPr lang="en" sz="700">
                <a:latin typeface="Consolas"/>
                <a:ea typeface="Consolas"/>
                <a:cs typeface="Consolas"/>
                <a:sym typeface="Consolas"/>
              </a:rPr>
              <a:t> 11cm</a:t>
            </a:r>
            <a:endParaRPr sz="7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26"/>
          <p:cNvSpPr txBox="1"/>
          <p:nvPr>
            <p:ph type="title"/>
          </p:nvPr>
        </p:nvSpPr>
        <p:spPr>
          <a:xfrm>
            <a:off x="205225" y="582850"/>
            <a:ext cx="1159200" cy="20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Beige Brown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—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Plates</a:t>
            </a:r>
            <a:endParaRPr/>
          </a:p>
        </p:txBody>
      </p:sp>
      <p:sp>
        <p:nvSpPr>
          <p:cNvPr id="489" name="Google Shape;489;p26">
            <a:hlinkClick action="ppaction://hlinksldjump" r:id="rId3"/>
          </p:cNvPr>
          <p:cNvSpPr/>
          <p:nvPr/>
        </p:nvSpPr>
        <p:spPr>
          <a:xfrm>
            <a:off x="286825" y="4171625"/>
            <a:ext cx="996000" cy="4545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&lt;&lt;&lt; TABLE OF</a:t>
            </a:r>
            <a:endParaRPr b="1" sz="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CONTENTS</a:t>
            </a:r>
            <a:endParaRPr b="1" sz="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0" name="Google Shape;490;p26"/>
          <p:cNvSpPr/>
          <p:nvPr>
            <p:ph idx="2" type="pic"/>
          </p:nvPr>
        </p:nvSpPr>
        <p:spPr>
          <a:xfrm>
            <a:off x="7477550" y="664325"/>
            <a:ext cx="1399500" cy="933300"/>
          </a:xfrm>
          <a:prstGeom prst="rect">
            <a:avLst/>
          </a:prstGeom>
        </p:spPr>
      </p:sp>
      <p:sp>
        <p:nvSpPr>
          <p:cNvPr id="491" name="Google Shape;491;p26"/>
          <p:cNvSpPr/>
          <p:nvPr>
            <p:ph idx="3" type="pic"/>
          </p:nvPr>
        </p:nvSpPr>
        <p:spPr>
          <a:xfrm>
            <a:off x="7477550" y="1673825"/>
            <a:ext cx="1399500" cy="933300"/>
          </a:xfrm>
          <a:prstGeom prst="rect">
            <a:avLst/>
          </a:prstGeom>
        </p:spPr>
      </p:sp>
      <p:sp>
        <p:nvSpPr>
          <p:cNvPr id="492" name="Google Shape;492;p26"/>
          <p:cNvSpPr/>
          <p:nvPr>
            <p:ph idx="4" type="pic"/>
          </p:nvPr>
        </p:nvSpPr>
        <p:spPr>
          <a:xfrm>
            <a:off x="7477550" y="2683325"/>
            <a:ext cx="1399500" cy="933300"/>
          </a:xfrm>
          <a:prstGeom prst="rect">
            <a:avLst/>
          </a:prstGeom>
        </p:spPr>
      </p:sp>
      <p:sp>
        <p:nvSpPr>
          <p:cNvPr id="493" name="Google Shape;493;p26"/>
          <p:cNvSpPr/>
          <p:nvPr>
            <p:ph idx="5" type="pic"/>
          </p:nvPr>
        </p:nvSpPr>
        <p:spPr>
          <a:xfrm>
            <a:off x="7477550" y="3692825"/>
            <a:ext cx="1399500" cy="933300"/>
          </a:xfrm>
          <a:prstGeom prst="rect">
            <a:avLst/>
          </a:prstGeom>
        </p:spPr>
      </p:sp>
      <p:sp>
        <p:nvSpPr>
          <p:cNvPr id="494" name="Google Shape;494;p26"/>
          <p:cNvSpPr/>
          <p:nvPr>
            <p:ph idx="6" type="pic"/>
          </p:nvPr>
        </p:nvSpPr>
        <p:spPr>
          <a:xfrm>
            <a:off x="6001850" y="664325"/>
            <a:ext cx="1399500" cy="933300"/>
          </a:xfrm>
          <a:prstGeom prst="rect">
            <a:avLst/>
          </a:prstGeom>
        </p:spPr>
      </p:sp>
      <p:sp>
        <p:nvSpPr>
          <p:cNvPr id="495" name="Google Shape;495;p26"/>
          <p:cNvSpPr/>
          <p:nvPr>
            <p:ph idx="7" type="pic"/>
          </p:nvPr>
        </p:nvSpPr>
        <p:spPr>
          <a:xfrm>
            <a:off x="6001850" y="1673825"/>
            <a:ext cx="1399500" cy="933300"/>
          </a:xfrm>
          <a:prstGeom prst="rect">
            <a:avLst/>
          </a:prstGeom>
        </p:spPr>
      </p:sp>
      <p:sp>
        <p:nvSpPr>
          <p:cNvPr id="496" name="Google Shape;496;p26"/>
          <p:cNvSpPr/>
          <p:nvPr>
            <p:ph idx="8" type="pic"/>
          </p:nvPr>
        </p:nvSpPr>
        <p:spPr>
          <a:xfrm>
            <a:off x="6001850" y="2683325"/>
            <a:ext cx="1399500" cy="933300"/>
          </a:xfrm>
          <a:prstGeom prst="rect">
            <a:avLst/>
          </a:prstGeom>
        </p:spPr>
      </p:sp>
      <p:sp>
        <p:nvSpPr>
          <p:cNvPr id="497" name="Google Shape;497;p26"/>
          <p:cNvSpPr/>
          <p:nvPr>
            <p:ph idx="9" type="pic"/>
          </p:nvPr>
        </p:nvSpPr>
        <p:spPr>
          <a:xfrm>
            <a:off x="6001850" y="3692825"/>
            <a:ext cx="1399500" cy="933300"/>
          </a:xfrm>
          <a:prstGeom prst="rect">
            <a:avLst/>
          </a:prstGeom>
        </p:spPr>
      </p:sp>
      <p:pic>
        <p:nvPicPr>
          <p:cNvPr id="498" name="Google Shape;498;p26"/>
          <p:cNvPicPr preferRelativeResize="0"/>
          <p:nvPr>
            <p:ph idx="13" type="pic"/>
          </p:nvPr>
        </p:nvPicPr>
        <p:blipFill rotWithShape="1">
          <a:blip r:embed="rId4">
            <a:alphaModFix/>
          </a:blip>
          <a:srcRect b="10" l="0" r="0" t="10"/>
          <a:stretch/>
        </p:blipFill>
        <p:spPr>
          <a:xfrm>
            <a:off x="4526150" y="664325"/>
            <a:ext cx="1399501" cy="933299"/>
          </a:xfrm>
          <a:prstGeom prst="rect">
            <a:avLst/>
          </a:prstGeom>
        </p:spPr>
      </p:pic>
      <p:sp>
        <p:nvSpPr>
          <p:cNvPr id="499" name="Google Shape;499;p26"/>
          <p:cNvSpPr/>
          <p:nvPr>
            <p:ph idx="14" type="pic"/>
          </p:nvPr>
        </p:nvSpPr>
        <p:spPr>
          <a:xfrm>
            <a:off x="4526150" y="1673825"/>
            <a:ext cx="1399500" cy="933300"/>
          </a:xfrm>
          <a:prstGeom prst="rect">
            <a:avLst/>
          </a:prstGeom>
        </p:spPr>
      </p:sp>
      <p:sp>
        <p:nvSpPr>
          <p:cNvPr id="500" name="Google Shape;500;p26"/>
          <p:cNvSpPr/>
          <p:nvPr>
            <p:ph idx="15" type="pic"/>
          </p:nvPr>
        </p:nvSpPr>
        <p:spPr>
          <a:xfrm>
            <a:off x="4526150" y="2683325"/>
            <a:ext cx="1399500" cy="933300"/>
          </a:xfrm>
          <a:prstGeom prst="rect">
            <a:avLst/>
          </a:prstGeom>
        </p:spPr>
      </p:sp>
      <p:sp>
        <p:nvSpPr>
          <p:cNvPr id="501" name="Google Shape;501;p26"/>
          <p:cNvSpPr/>
          <p:nvPr>
            <p:ph idx="16" type="pic"/>
          </p:nvPr>
        </p:nvSpPr>
        <p:spPr>
          <a:xfrm>
            <a:off x="4526150" y="3692825"/>
            <a:ext cx="1399500" cy="933300"/>
          </a:xfrm>
          <a:prstGeom prst="rect">
            <a:avLst/>
          </a:prstGeom>
        </p:spPr>
      </p:sp>
      <p:pic>
        <p:nvPicPr>
          <p:cNvPr id="502" name="Google Shape;502;p26"/>
          <p:cNvPicPr preferRelativeResize="0"/>
          <p:nvPr>
            <p:ph idx="17" type="pic"/>
          </p:nvPr>
        </p:nvPicPr>
        <p:blipFill rotWithShape="1">
          <a:blip r:embed="rId5">
            <a:alphaModFix/>
          </a:blip>
          <a:srcRect b="10" l="0" r="0" t="10"/>
          <a:stretch/>
        </p:blipFill>
        <p:spPr>
          <a:xfrm>
            <a:off x="3048000" y="664325"/>
            <a:ext cx="1399501" cy="933299"/>
          </a:xfrm>
          <a:prstGeom prst="rect">
            <a:avLst/>
          </a:prstGeom>
        </p:spPr>
      </p:pic>
      <p:sp>
        <p:nvSpPr>
          <p:cNvPr id="503" name="Google Shape;503;p26"/>
          <p:cNvSpPr/>
          <p:nvPr>
            <p:ph idx="18" type="pic"/>
          </p:nvPr>
        </p:nvSpPr>
        <p:spPr>
          <a:xfrm>
            <a:off x="3048000" y="1673825"/>
            <a:ext cx="1399500" cy="933300"/>
          </a:xfrm>
          <a:prstGeom prst="rect">
            <a:avLst/>
          </a:prstGeom>
        </p:spPr>
      </p:sp>
      <p:sp>
        <p:nvSpPr>
          <p:cNvPr id="504" name="Google Shape;504;p26"/>
          <p:cNvSpPr/>
          <p:nvPr>
            <p:ph idx="19" type="pic"/>
          </p:nvPr>
        </p:nvSpPr>
        <p:spPr>
          <a:xfrm>
            <a:off x="3048000" y="2683325"/>
            <a:ext cx="1399500" cy="933300"/>
          </a:xfrm>
          <a:prstGeom prst="rect">
            <a:avLst/>
          </a:prstGeom>
        </p:spPr>
      </p:sp>
      <p:sp>
        <p:nvSpPr>
          <p:cNvPr id="505" name="Google Shape;505;p26"/>
          <p:cNvSpPr/>
          <p:nvPr>
            <p:ph idx="20" type="pic"/>
          </p:nvPr>
        </p:nvSpPr>
        <p:spPr>
          <a:xfrm>
            <a:off x="3048000" y="3692825"/>
            <a:ext cx="1399500" cy="933300"/>
          </a:xfrm>
          <a:prstGeom prst="rect">
            <a:avLst/>
          </a:prstGeom>
        </p:spPr>
      </p:sp>
      <p:sp>
        <p:nvSpPr>
          <p:cNvPr id="506" name="Google Shape;506;p26"/>
          <p:cNvSpPr/>
          <p:nvPr>
            <p:ph idx="22" type="pic"/>
          </p:nvPr>
        </p:nvSpPr>
        <p:spPr>
          <a:xfrm>
            <a:off x="1574750" y="1673825"/>
            <a:ext cx="1399500" cy="933300"/>
          </a:xfrm>
          <a:prstGeom prst="rect">
            <a:avLst/>
          </a:prstGeom>
        </p:spPr>
      </p:sp>
      <p:sp>
        <p:nvSpPr>
          <p:cNvPr id="507" name="Google Shape;507;p26"/>
          <p:cNvSpPr/>
          <p:nvPr>
            <p:ph idx="23" type="pic"/>
          </p:nvPr>
        </p:nvSpPr>
        <p:spPr>
          <a:xfrm>
            <a:off x="1574750" y="2683325"/>
            <a:ext cx="1399500" cy="933300"/>
          </a:xfrm>
          <a:prstGeom prst="rect">
            <a:avLst/>
          </a:prstGeom>
        </p:spPr>
      </p:sp>
      <p:sp>
        <p:nvSpPr>
          <p:cNvPr id="508" name="Google Shape;508;p26"/>
          <p:cNvSpPr/>
          <p:nvPr>
            <p:ph idx="24" type="pic"/>
          </p:nvPr>
        </p:nvSpPr>
        <p:spPr>
          <a:xfrm>
            <a:off x="1574750" y="3692825"/>
            <a:ext cx="1399500" cy="933300"/>
          </a:xfrm>
          <a:prstGeom prst="rect">
            <a:avLst/>
          </a:prstGeom>
        </p:spPr>
      </p:sp>
      <p:pic>
        <p:nvPicPr>
          <p:cNvPr id="509" name="Google Shape;509;p26"/>
          <p:cNvPicPr preferRelativeResize="0"/>
          <p:nvPr>
            <p:ph idx="21" type="pic"/>
          </p:nvPr>
        </p:nvPicPr>
        <p:blipFill rotWithShape="1">
          <a:blip r:embed="rId6">
            <a:alphaModFix/>
          </a:blip>
          <a:srcRect b="10" l="0" r="0" t="10"/>
          <a:stretch/>
        </p:blipFill>
        <p:spPr>
          <a:xfrm>
            <a:off x="1574750" y="664325"/>
            <a:ext cx="1399501" cy="93329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27"/>
          <p:cNvSpPr txBox="1"/>
          <p:nvPr>
            <p:ph type="title"/>
          </p:nvPr>
        </p:nvSpPr>
        <p:spPr>
          <a:xfrm>
            <a:off x="205225" y="582850"/>
            <a:ext cx="1159200" cy="20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Beige Brown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—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Bowls</a:t>
            </a:r>
            <a:endParaRPr/>
          </a:p>
        </p:txBody>
      </p:sp>
      <p:sp>
        <p:nvSpPr>
          <p:cNvPr id="515" name="Google Shape;515;p27">
            <a:hlinkClick action="ppaction://hlinksldjump" r:id="rId3"/>
          </p:cNvPr>
          <p:cNvSpPr/>
          <p:nvPr/>
        </p:nvSpPr>
        <p:spPr>
          <a:xfrm>
            <a:off x="286825" y="4171625"/>
            <a:ext cx="996000" cy="4545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&lt;&lt;&lt; TABLE OF</a:t>
            </a:r>
            <a:endParaRPr b="1" sz="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CONTENTS</a:t>
            </a:r>
            <a:endParaRPr b="1" sz="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16" name="Google Shape;516;p27"/>
          <p:cNvPicPr preferRelativeResize="0"/>
          <p:nvPr>
            <p:ph idx="2" type="pic"/>
          </p:nvPr>
        </p:nvPicPr>
        <p:blipFill rotWithShape="1">
          <a:blip r:embed="rId4">
            <a:alphaModFix/>
          </a:blip>
          <a:srcRect b="10" l="0" r="0" t="10"/>
          <a:stretch/>
        </p:blipFill>
        <p:spPr>
          <a:xfrm>
            <a:off x="7477550" y="664325"/>
            <a:ext cx="1399501" cy="933299"/>
          </a:xfrm>
          <a:prstGeom prst="rect">
            <a:avLst/>
          </a:prstGeom>
        </p:spPr>
      </p:pic>
      <p:sp>
        <p:nvSpPr>
          <p:cNvPr id="517" name="Google Shape;517;p27"/>
          <p:cNvSpPr/>
          <p:nvPr>
            <p:ph idx="3" type="pic"/>
          </p:nvPr>
        </p:nvSpPr>
        <p:spPr>
          <a:xfrm>
            <a:off x="7477550" y="1673825"/>
            <a:ext cx="1399500" cy="933300"/>
          </a:xfrm>
          <a:prstGeom prst="rect">
            <a:avLst/>
          </a:prstGeom>
        </p:spPr>
      </p:sp>
      <p:sp>
        <p:nvSpPr>
          <p:cNvPr id="518" name="Google Shape;518;p27"/>
          <p:cNvSpPr/>
          <p:nvPr>
            <p:ph idx="4" type="pic"/>
          </p:nvPr>
        </p:nvSpPr>
        <p:spPr>
          <a:xfrm>
            <a:off x="7477550" y="2683325"/>
            <a:ext cx="1399500" cy="933300"/>
          </a:xfrm>
          <a:prstGeom prst="rect">
            <a:avLst/>
          </a:prstGeom>
        </p:spPr>
      </p:sp>
      <p:sp>
        <p:nvSpPr>
          <p:cNvPr id="519" name="Google Shape;519;p27"/>
          <p:cNvSpPr/>
          <p:nvPr>
            <p:ph idx="5" type="pic"/>
          </p:nvPr>
        </p:nvSpPr>
        <p:spPr>
          <a:xfrm>
            <a:off x="7477550" y="3692825"/>
            <a:ext cx="1399500" cy="933300"/>
          </a:xfrm>
          <a:prstGeom prst="rect">
            <a:avLst/>
          </a:prstGeom>
        </p:spPr>
      </p:sp>
      <p:pic>
        <p:nvPicPr>
          <p:cNvPr id="520" name="Google Shape;520;p27"/>
          <p:cNvPicPr preferRelativeResize="0"/>
          <p:nvPr>
            <p:ph idx="6" type="pic"/>
          </p:nvPr>
        </p:nvPicPr>
        <p:blipFill rotWithShape="1">
          <a:blip r:embed="rId5">
            <a:alphaModFix/>
          </a:blip>
          <a:srcRect b="10" l="0" r="0" t="10"/>
          <a:stretch/>
        </p:blipFill>
        <p:spPr>
          <a:xfrm>
            <a:off x="6001850" y="664325"/>
            <a:ext cx="1399501" cy="933299"/>
          </a:xfrm>
          <a:prstGeom prst="rect">
            <a:avLst/>
          </a:prstGeom>
        </p:spPr>
      </p:pic>
      <p:sp>
        <p:nvSpPr>
          <p:cNvPr id="521" name="Google Shape;521;p27"/>
          <p:cNvSpPr/>
          <p:nvPr>
            <p:ph idx="7" type="pic"/>
          </p:nvPr>
        </p:nvSpPr>
        <p:spPr>
          <a:xfrm>
            <a:off x="6001850" y="1673825"/>
            <a:ext cx="1399500" cy="933300"/>
          </a:xfrm>
          <a:prstGeom prst="rect">
            <a:avLst/>
          </a:prstGeom>
        </p:spPr>
      </p:sp>
      <p:sp>
        <p:nvSpPr>
          <p:cNvPr id="522" name="Google Shape;522;p27"/>
          <p:cNvSpPr/>
          <p:nvPr>
            <p:ph idx="8" type="pic"/>
          </p:nvPr>
        </p:nvSpPr>
        <p:spPr>
          <a:xfrm>
            <a:off x="6001850" y="2683325"/>
            <a:ext cx="1399500" cy="933300"/>
          </a:xfrm>
          <a:prstGeom prst="rect">
            <a:avLst/>
          </a:prstGeom>
        </p:spPr>
      </p:sp>
      <p:sp>
        <p:nvSpPr>
          <p:cNvPr id="523" name="Google Shape;523;p27"/>
          <p:cNvSpPr/>
          <p:nvPr>
            <p:ph idx="9" type="pic"/>
          </p:nvPr>
        </p:nvSpPr>
        <p:spPr>
          <a:xfrm>
            <a:off x="6001850" y="3692825"/>
            <a:ext cx="1399500" cy="933300"/>
          </a:xfrm>
          <a:prstGeom prst="rect">
            <a:avLst/>
          </a:prstGeom>
        </p:spPr>
      </p:sp>
      <p:pic>
        <p:nvPicPr>
          <p:cNvPr id="524" name="Google Shape;524;p27"/>
          <p:cNvPicPr preferRelativeResize="0"/>
          <p:nvPr>
            <p:ph idx="13" type="pic"/>
          </p:nvPr>
        </p:nvPicPr>
        <p:blipFill rotWithShape="1">
          <a:blip r:embed="rId6">
            <a:alphaModFix/>
          </a:blip>
          <a:srcRect b="10" l="0" r="0" t="10"/>
          <a:stretch/>
        </p:blipFill>
        <p:spPr>
          <a:xfrm>
            <a:off x="4526150" y="664325"/>
            <a:ext cx="1399501" cy="933299"/>
          </a:xfrm>
          <a:prstGeom prst="rect">
            <a:avLst/>
          </a:prstGeom>
        </p:spPr>
      </p:pic>
      <p:pic>
        <p:nvPicPr>
          <p:cNvPr id="525" name="Google Shape;525;p27"/>
          <p:cNvPicPr preferRelativeResize="0"/>
          <p:nvPr>
            <p:ph idx="14" type="pic"/>
          </p:nvPr>
        </p:nvPicPr>
        <p:blipFill rotWithShape="1">
          <a:blip r:embed="rId7">
            <a:alphaModFix/>
          </a:blip>
          <a:srcRect b="10" l="0" r="0" t="10"/>
          <a:stretch/>
        </p:blipFill>
        <p:spPr>
          <a:xfrm>
            <a:off x="4526150" y="1673825"/>
            <a:ext cx="1399501" cy="933299"/>
          </a:xfrm>
          <a:prstGeom prst="rect">
            <a:avLst/>
          </a:prstGeom>
        </p:spPr>
      </p:pic>
      <p:sp>
        <p:nvSpPr>
          <p:cNvPr id="526" name="Google Shape;526;p27"/>
          <p:cNvSpPr/>
          <p:nvPr>
            <p:ph idx="15" type="pic"/>
          </p:nvPr>
        </p:nvSpPr>
        <p:spPr>
          <a:xfrm>
            <a:off x="4526150" y="2683325"/>
            <a:ext cx="1399500" cy="933300"/>
          </a:xfrm>
          <a:prstGeom prst="rect">
            <a:avLst/>
          </a:prstGeom>
        </p:spPr>
      </p:sp>
      <p:sp>
        <p:nvSpPr>
          <p:cNvPr id="527" name="Google Shape;527;p27"/>
          <p:cNvSpPr/>
          <p:nvPr>
            <p:ph idx="16" type="pic"/>
          </p:nvPr>
        </p:nvSpPr>
        <p:spPr>
          <a:xfrm>
            <a:off x="4526150" y="3692825"/>
            <a:ext cx="1399500" cy="933300"/>
          </a:xfrm>
          <a:prstGeom prst="rect">
            <a:avLst/>
          </a:prstGeom>
        </p:spPr>
      </p:sp>
      <p:pic>
        <p:nvPicPr>
          <p:cNvPr id="528" name="Google Shape;528;p27"/>
          <p:cNvPicPr preferRelativeResize="0"/>
          <p:nvPr>
            <p:ph idx="17" type="pic"/>
          </p:nvPr>
        </p:nvPicPr>
        <p:blipFill rotWithShape="1">
          <a:blip r:embed="rId8">
            <a:alphaModFix/>
          </a:blip>
          <a:srcRect b="10" l="0" r="0" t="10"/>
          <a:stretch/>
        </p:blipFill>
        <p:spPr>
          <a:xfrm>
            <a:off x="3048000" y="664325"/>
            <a:ext cx="1399501" cy="933299"/>
          </a:xfrm>
          <a:prstGeom prst="rect">
            <a:avLst/>
          </a:prstGeom>
        </p:spPr>
      </p:pic>
      <p:pic>
        <p:nvPicPr>
          <p:cNvPr id="529" name="Google Shape;529;p27"/>
          <p:cNvPicPr preferRelativeResize="0"/>
          <p:nvPr>
            <p:ph idx="18" type="pic"/>
          </p:nvPr>
        </p:nvPicPr>
        <p:blipFill rotWithShape="1">
          <a:blip r:embed="rId9">
            <a:alphaModFix/>
          </a:blip>
          <a:srcRect b="10" l="0" r="0" t="10"/>
          <a:stretch/>
        </p:blipFill>
        <p:spPr>
          <a:xfrm>
            <a:off x="3048000" y="1673825"/>
            <a:ext cx="1399501" cy="933299"/>
          </a:xfrm>
          <a:prstGeom prst="rect">
            <a:avLst/>
          </a:prstGeom>
        </p:spPr>
      </p:pic>
      <p:sp>
        <p:nvSpPr>
          <p:cNvPr id="530" name="Google Shape;530;p27"/>
          <p:cNvSpPr/>
          <p:nvPr>
            <p:ph idx="19" type="pic"/>
          </p:nvPr>
        </p:nvSpPr>
        <p:spPr>
          <a:xfrm>
            <a:off x="3048000" y="2683325"/>
            <a:ext cx="1399500" cy="933300"/>
          </a:xfrm>
          <a:prstGeom prst="rect">
            <a:avLst/>
          </a:prstGeom>
        </p:spPr>
      </p:sp>
      <p:sp>
        <p:nvSpPr>
          <p:cNvPr id="531" name="Google Shape;531;p27"/>
          <p:cNvSpPr/>
          <p:nvPr>
            <p:ph idx="20" type="pic"/>
          </p:nvPr>
        </p:nvSpPr>
        <p:spPr>
          <a:xfrm>
            <a:off x="3048000" y="3692825"/>
            <a:ext cx="1399500" cy="933300"/>
          </a:xfrm>
          <a:prstGeom prst="rect">
            <a:avLst/>
          </a:prstGeom>
        </p:spPr>
      </p:sp>
      <p:pic>
        <p:nvPicPr>
          <p:cNvPr id="532" name="Google Shape;532;p27"/>
          <p:cNvPicPr preferRelativeResize="0"/>
          <p:nvPr>
            <p:ph idx="22" type="pic"/>
          </p:nvPr>
        </p:nvPicPr>
        <p:blipFill rotWithShape="1">
          <a:blip r:embed="rId10">
            <a:alphaModFix/>
          </a:blip>
          <a:srcRect b="10" l="0" r="0" t="10"/>
          <a:stretch/>
        </p:blipFill>
        <p:spPr>
          <a:xfrm>
            <a:off x="1574750" y="1673825"/>
            <a:ext cx="1399501" cy="933299"/>
          </a:xfrm>
          <a:prstGeom prst="rect">
            <a:avLst/>
          </a:prstGeom>
        </p:spPr>
      </p:pic>
      <p:sp>
        <p:nvSpPr>
          <p:cNvPr id="533" name="Google Shape;533;p27"/>
          <p:cNvSpPr/>
          <p:nvPr>
            <p:ph idx="23" type="pic"/>
          </p:nvPr>
        </p:nvSpPr>
        <p:spPr>
          <a:xfrm>
            <a:off x="1574750" y="2683325"/>
            <a:ext cx="1399500" cy="933300"/>
          </a:xfrm>
          <a:prstGeom prst="rect">
            <a:avLst/>
          </a:prstGeom>
        </p:spPr>
      </p:sp>
      <p:sp>
        <p:nvSpPr>
          <p:cNvPr id="534" name="Google Shape;534;p27"/>
          <p:cNvSpPr/>
          <p:nvPr>
            <p:ph idx="24" type="pic"/>
          </p:nvPr>
        </p:nvSpPr>
        <p:spPr>
          <a:xfrm>
            <a:off x="1574750" y="3692825"/>
            <a:ext cx="1399500" cy="933300"/>
          </a:xfrm>
          <a:prstGeom prst="rect">
            <a:avLst/>
          </a:prstGeom>
        </p:spPr>
      </p:sp>
      <p:pic>
        <p:nvPicPr>
          <p:cNvPr id="535" name="Google Shape;535;p27"/>
          <p:cNvPicPr preferRelativeResize="0"/>
          <p:nvPr>
            <p:ph idx="21" type="pic"/>
          </p:nvPr>
        </p:nvPicPr>
        <p:blipFill rotWithShape="1">
          <a:blip r:embed="rId11">
            <a:alphaModFix/>
          </a:blip>
          <a:srcRect b="10" l="0" r="0" t="10"/>
          <a:stretch/>
        </p:blipFill>
        <p:spPr>
          <a:xfrm>
            <a:off x="1574750" y="664325"/>
            <a:ext cx="1399501" cy="93329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28"/>
          <p:cNvSpPr txBox="1"/>
          <p:nvPr>
            <p:ph type="title"/>
          </p:nvPr>
        </p:nvSpPr>
        <p:spPr>
          <a:xfrm>
            <a:off x="205225" y="582850"/>
            <a:ext cx="1159200" cy="20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Beige Brown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—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Clamshell Box</a:t>
            </a:r>
            <a:endParaRPr/>
          </a:p>
        </p:txBody>
      </p:sp>
      <p:sp>
        <p:nvSpPr>
          <p:cNvPr id="541" name="Google Shape;541;p28">
            <a:hlinkClick action="ppaction://hlinksldjump" r:id="rId3"/>
          </p:cNvPr>
          <p:cNvSpPr/>
          <p:nvPr/>
        </p:nvSpPr>
        <p:spPr>
          <a:xfrm>
            <a:off x="286825" y="4171625"/>
            <a:ext cx="996000" cy="4545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&lt;&lt;&lt; TABLE OF</a:t>
            </a:r>
            <a:endParaRPr b="1" sz="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CONTENTS</a:t>
            </a:r>
            <a:endParaRPr b="1" sz="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42" name="Google Shape;542;p28"/>
          <p:cNvSpPr/>
          <p:nvPr>
            <p:ph idx="2" type="pic"/>
          </p:nvPr>
        </p:nvSpPr>
        <p:spPr>
          <a:xfrm>
            <a:off x="7477550" y="664325"/>
            <a:ext cx="1399500" cy="933300"/>
          </a:xfrm>
          <a:prstGeom prst="rect">
            <a:avLst/>
          </a:prstGeom>
        </p:spPr>
      </p:sp>
      <p:sp>
        <p:nvSpPr>
          <p:cNvPr id="543" name="Google Shape;543;p28"/>
          <p:cNvSpPr/>
          <p:nvPr>
            <p:ph idx="3" type="pic"/>
          </p:nvPr>
        </p:nvSpPr>
        <p:spPr>
          <a:xfrm>
            <a:off x="7477550" y="1673825"/>
            <a:ext cx="1399500" cy="933300"/>
          </a:xfrm>
          <a:prstGeom prst="rect">
            <a:avLst/>
          </a:prstGeom>
        </p:spPr>
      </p:sp>
      <p:sp>
        <p:nvSpPr>
          <p:cNvPr id="544" name="Google Shape;544;p28"/>
          <p:cNvSpPr/>
          <p:nvPr>
            <p:ph idx="4" type="pic"/>
          </p:nvPr>
        </p:nvSpPr>
        <p:spPr>
          <a:xfrm>
            <a:off x="7477550" y="2683325"/>
            <a:ext cx="1399500" cy="933300"/>
          </a:xfrm>
          <a:prstGeom prst="rect">
            <a:avLst/>
          </a:prstGeom>
        </p:spPr>
      </p:sp>
      <p:sp>
        <p:nvSpPr>
          <p:cNvPr id="545" name="Google Shape;545;p28"/>
          <p:cNvSpPr/>
          <p:nvPr>
            <p:ph idx="5" type="pic"/>
          </p:nvPr>
        </p:nvSpPr>
        <p:spPr>
          <a:xfrm>
            <a:off x="7477550" y="3692825"/>
            <a:ext cx="1399500" cy="933300"/>
          </a:xfrm>
          <a:prstGeom prst="rect">
            <a:avLst/>
          </a:prstGeom>
        </p:spPr>
      </p:sp>
      <p:sp>
        <p:nvSpPr>
          <p:cNvPr id="546" name="Google Shape;546;p28"/>
          <p:cNvSpPr/>
          <p:nvPr>
            <p:ph idx="6" type="pic"/>
          </p:nvPr>
        </p:nvSpPr>
        <p:spPr>
          <a:xfrm>
            <a:off x="6001850" y="664325"/>
            <a:ext cx="1399500" cy="933300"/>
          </a:xfrm>
          <a:prstGeom prst="rect">
            <a:avLst/>
          </a:prstGeom>
        </p:spPr>
      </p:sp>
      <p:sp>
        <p:nvSpPr>
          <p:cNvPr id="547" name="Google Shape;547;p28"/>
          <p:cNvSpPr/>
          <p:nvPr>
            <p:ph idx="7" type="pic"/>
          </p:nvPr>
        </p:nvSpPr>
        <p:spPr>
          <a:xfrm>
            <a:off x="6001850" y="1673825"/>
            <a:ext cx="1399500" cy="933300"/>
          </a:xfrm>
          <a:prstGeom prst="rect">
            <a:avLst/>
          </a:prstGeom>
        </p:spPr>
      </p:sp>
      <p:sp>
        <p:nvSpPr>
          <p:cNvPr id="548" name="Google Shape;548;p28"/>
          <p:cNvSpPr/>
          <p:nvPr>
            <p:ph idx="8" type="pic"/>
          </p:nvPr>
        </p:nvSpPr>
        <p:spPr>
          <a:xfrm>
            <a:off x="6001850" y="2683325"/>
            <a:ext cx="1399500" cy="933300"/>
          </a:xfrm>
          <a:prstGeom prst="rect">
            <a:avLst/>
          </a:prstGeom>
        </p:spPr>
      </p:sp>
      <p:sp>
        <p:nvSpPr>
          <p:cNvPr id="549" name="Google Shape;549;p28"/>
          <p:cNvSpPr/>
          <p:nvPr>
            <p:ph idx="9" type="pic"/>
          </p:nvPr>
        </p:nvSpPr>
        <p:spPr>
          <a:xfrm>
            <a:off x="6001850" y="3692825"/>
            <a:ext cx="1399500" cy="933300"/>
          </a:xfrm>
          <a:prstGeom prst="rect">
            <a:avLst/>
          </a:prstGeom>
        </p:spPr>
      </p:sp>
      <p:pic>
        <p:nvPicPr>
          <p:cNvPr id="550" name="Google Shape;550;p28"/>
          <p:cNvPicPr preferRelativeResize="0"/>
          <p:nvPr>
            <p:ph idx="13" type="pic"/>
          </p:nvPr>
        </p:nvPicPr>
        <p:blipFill rotWithShape="1">
          <a:blip r:embed="rId4">
            <a:alphaModFix/>
          </a:blip>
          <a:srcRect b="10" l="0" r="0" t="10"/>
          <a:stretch/>
        </p:blipFill>
        <p:spPr>
          <a:xfrm>
            <a:off x="4526150" y="664325"/>
            <a:ext cx="1399501" cy="933299"/>
          </a:xfrm>
          <a:prstGeom prst="rect">
            <a:avLst/>
          </a:prstGeom>
        </p:spPr>
      </p:pic>
      <p:sp>
        <p:nvSpPr>
          <p:cNvPr id="551" name="Google Shape;551;p28"/>
          <p:cNvSpPr/>
          <p:nvPr>
            <p:ph idx="14" type="pic"/>
          </p:nvPr>
        </p:nvSpPr>
        <p:spPr>
          <a:xfrm>
            <a:off x="4526150" y="1673825"/>
            <a:ext cx="1399500" cy="933300"/>
          </a:xfrm>
          <a:prstGeom prst="rect">
            <a:avLst/>
          </a:prstGeom>
        </p:spPr>
      </p:sp>
      <p:sp>
        <p:nvSpPr>
          <p:cNvPr id="552" name="Google Shape;552;p28"/>
          <p:cNvSpPr/>
          <p:nvPr>
            <p:ph idx="15" type="pic"/>
          </p:nvPr>
        </p:nvSpPr>
        <p:spPr>
          <a:xfrm>
            <a:off x="4526150" y="2683325"/>
            <a:ext cx="1399500" cy="933300"/>
          </a:xfrm>
          <a:prstGeom prst="rect">
            <a:avLst/>
          </a:prstGeom>
        </p:spPr>
      </p:sp>
      <p:sp>
        <p:nvSpPr>
          <p:cNvPr id="553" name="Google Shape;553;p28"/>
          <p:cNvSpPr/>
          <p:nvPr>
            <p:ph idx="16" type="pic"/>
          </p:nvPr>
        </p:nvSpPr>
        <p:spPr>
          <a:xfrm>
            <a:off x="4526150" y="3692825"/>
            <a:ext cx="1399500" cy="933300"/>
          </a:xfrm>
          <a:prstGeom prst="rect">
            <a:avLst/>
          </a:prstGeom>
        </p:spPr>
      </p:sp>
      <p:pic>
        <p:nvPicPr>
          <p:cNvPr id="554" name="Google Shape;554;p28"/>
          <p:cNvPicPr preferRelativeResize="0"/>
          <p:nvPr>
            <p:ph idx="17" type="pic"/>
          </p:nvPr>
        </p:nvPicPr>
        <p:blipFill rotWithShape="1">
          <a:blip r:embed="rId5">
            <a:alphaModFix/>
          </a:blip>
          <a:srcRect b="10" l="0" r="0" t="10"/>
          <a:stretch/>
        </p:blipFill>
        <p:spPr>
          <a:xfrm>
            <a:off x="3048000" y="664325"/>
            <a:ext cx="1399501" cy="933299"/>
          </a:xfrm>
          <a:prstGeom prst="rect">
            <a:avLst/>
          </a:prstGeom>
        </p:spPr>
      </p:pic>
      <p:sp>
        <p:nvSpPr>
          <p:cNvPr id="555" name="Google Shape;555;p28"/>
          <p:cNvSpPr/>
          <p:nvPr>
            <p:ph idx="18" type="pic"/>
          </p:nvPr>
        </p:nvSpPr>
        <p:spPr>
          <a:xfrm>
            <a:off x="3048000" y="1673825"/>
            <a:ext cx="1399500" cy="933300"/>
          </a:xfrm>
          <a:prstGeom prst="rect">
            <a:avLst/>
          </a:prstGeom>
        </p:spPr>
      </p:sp>
      <p:sp>
        <p:nvSpPr>
          <p:cNvPr id="556" name="Google Shape;556;p28"/>
          <p:cNvSpPr/>
          <p:nvPr>
            <p:ph idx="19" type="pic"/>
          </p:nvPr>
        </p:nvSpPr>
        <p:spPr>
          <a:xfrm>
            <a:off x="3048000" y="2683325"/>
            <a:ext cx="1399500" cy="933300"/>
          </a:xfrm>
          <a:prstGeom prst="rect">
            <a:avLst/>
          </a:prstGeom>
        </p:spPr>
      </p:sp>
      <p:sp>
        <p:nvSpPr>
          <p:cNvPr id="557" name="Google Shape;557;p28"/>
          <p:cNvSpPr/>
          <p:nvPr>
            <p:ph idx="20" type="pic"/>
          </p:nvPr>
        </p:nvSpPr>
        <p:spPr>
          <a:xfrm>
            <a:off x="3048000" y="3692825"/>
            <a:ext cx="1399500" cy="933300"/>
          </a:xfrm>
          <a:prstGeom prst="rect">
            <a:avLst/>
          </a:prstGeom>
        </p:spPr>
      </p:sp>
      <p:sp>
        <p:nvSpPr>
          <p:cNvPr id="558" name="Google Shape;558;p28"/>
          <p:cNvSpPr/>
          <p:nvPr>
            <p:ph idx="22" type="pic"/>
          </p:nvPr>
        </p:nvSpPr>
        <p:spPr>
          <a:xfrm>
            <a:off x="1574750" y="1673825"/>
            <a:ext cx="1399500" cy="933300"/>
          </a:xfrm>
          <a:prstGeom prst="rect">
            <a:avLst/>
          </a:prstGeom>
        </p:spPr>
      </p:sp>
      <p:sp>
        <p:nvSpPr>
          <p:cNvPr id="559" name="Google Shape;559;p28"/>
          <p:cNvSpPr/>
          <p:nvPr>
            <p:ph idx="23" type="pic"/>
          </p:nvPr>
        </p:nvSpPr>
        <p:spPr>
          <a:xfrm>
            <a:off x="1574750" y="2683325"/>
            <a:ext cx="1399500" cy="933300"/>
          </a:xfrm>
          <a:prstGeom prst="rect">
            <a:avLst/>
          </a:prstGeom>
        </p:spPr>
      </p:sp>
      <p:sp>
        <p:nvSpPr>
          <p:cNvPr id="560" name="Google Shape;560;p28"/>
          <p:cNvSpPr/>
          <p:nvPr>
            <p:ph idx="24" type="pic"/>
          </p:nvPr>
        </p:nvSpPr>
        <p:spPr>
          <a:xfrm>
            <a:off x="1574750" y="3692825"/>
            <a:ext cx="1399500" cy="933300"/>
          </a:xfrm>
          <a:prstGeom prst="rect">
            <a:avLst/>
          </a:prstGeom>
        </p:spPr>
      </p:sp>
      <p:pic>
        <p:nvPicPr>
          <p:cNvPr id="561" name="Google Shape;561;p28"/>
          <p:cNvPicPr preferRelativeResize="0"/>
          <p:nvPr>
            <p:ph idx="21" type="pic"/>
          </p:nvPr>
        </p:nvPicPr>
        <p:blipFill rotWithShape="1">
          <a:blip r:embed="rId6">
            <a:alphaModFix/>
          </a:blip>
          <a:srcRect b="10" l="0" r="0" t="10"/>
          <a:stretch/>
        </p:blipFill>
        <p:spPr>
          <a:xfrm>
            <a:off x="1574750" y="664325"/>
            <a:ext cx="1399501" cy="93329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9"/>
          <p:cNvSpPr txBox="1"/>
          <p:nvPr>
            <p:ph type="title"/>
          </p:nvPr>
        </p:nvSpPr>
        <p:spPr>
          <a:xfrm>
            <a:off x="205225" y="582850"/>
            <a:ext cx="1159200" cy="20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Beige Brown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—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Trays</a:t>
            </a:r>
            <a:endParaRPr/>
          </a:p>
        </p:txBody>
      </p:sp>
      <p:sp>
        <p:nvSpPr>
          <p:cNvPr id="567" name="Google Shape;567;p29">
            <a:hlinkClick action="ppaction://hlinksldjump" r:id="rId3"/>
          </p:cNvPr>
          <p:cNvSpPr/>
          <p:nvPr/>
        </p:nvSpPr>
        <p:spPr>
          <a:xfrm>
            <a:off x="286825" y="4171625"/>
            <a:ext cx="996000" cy="4545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&lt;&lt;&lt; TABLE OF</a:t>
            </a:r>
            <a:endParaRPr b="1" sz="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CONTENTS</a:t>
            </a:r>
            <a:endParaRPr b="1" sz="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68" name="Google Shape;568;p29"/>
          <p:cNvPicPr preferRelativeResize="0"/>
          <p:nvPr>
            <p:ph idx="2" type="pic"/>
          </p:nvPr>
        </p:nvPicPr>
        <p:blipFill rotWithShape="1">
          <a:blip r:embed="rId4">
            <a:alphaModFix/>
          </a:blip>
          <a:srcRect b="10" l="0" r="0" t="10"/>
          <a:stretch/>
        </p:blipFill>
        <p:spPr>
          <a:xfrm>
            <a:off x="7477550" y="664325"/>
            <a:ext cx="1399501" cy="933299"/>
          </a:xfrm>
          <a:prstGeom prst="rect">
            <a:avLst/>
          </a:prstGeom>
        </p:spPr>
      </p:pic>
      <p:pic>
        <p:nvPicPr>
          <p:cNvPr id="569" name="Google Shape;569;p29"/>
          <p:cNvPicPr preferRelativeResize="0"/>
          <p:nvPr>
            <p:ph idx="3" type="pic"/>
          </p:nvPr>
        </p:nvPicPr>
        <p:blipFill rotWithShape="1">
          <a:blip r:embed="rId5">
            <a:alphaModFix/>
          </a:blip>
          <a:srcRect b="10" l="0" r="0" t="10"/>
          <a:stretch/>
        </p:blipFill>
        <p:spPr>
          <a:xfrm>
            <a:off x="7477550" y="1673825"/>
            <a:ext cx="1399501" cy="933299"/>
          </a:xfrm>
          <a:prstGeom prst="rect">
            <a:avLst/>
          </a:prstGeom>
        </p:spPr>
      </p:pic>
      <p:sp>
        <p:nvSpPr>
          <p:cNvPr id="570" name="Google Shape;570;p29"/>
          <p:cNvSpPr/>
          <p:nvPr>
            <p:ph idx="4" type="pic"/>
          </p:nvPr>
        </p:nvSpPr>
        <p:spPr>
          <a:xfrm>
            <a:off x="7477550" y="2683325"/>
            <a:ext cx="1399500" cy="933300"/>
          </a:xfrm>
          <a:prstGeom prst="rect">
            <a:avLst/>
          </a:prstGeom>
        </p:spPr>
      </p:sp>
      <p:sp>
        <p:nvSpPr>
          <p:cNvPr id="571" name="Google Shape;571;p29"/>
          <p:cNvSpPr/>
          <p:nvPr>
            <p:ph idx="5" type="pic"/>
          </p:nvPr>
        </p:nvSpPr>
        <p:spPr>
          <a:xfrm>
            <a:off x="7477550" y="3692825"/>
            <a:ext cx="1399500" cy="933300"/>
          </a:xfrm>
          <a:prstGeom prst="rect">
            <a:avLst/>
          </a:prstGeom>
        </p:spPr>
      </p:sp>
      <p:pic>
        <p:nvPicPr>
          <p:cNvPr id="572" name="Google Shape;572;p29"/>
          <p:cNvPicPr preferRelativeResize="0"/>
          <p:nvPr>
            <p:ph idx="6" type="pic"/>
          </p:nvPr>
        </p:nvPicPr>
        <p:blipFill rotWithShape="1">
          <a:blip r:embed="rId6">
            <a:alphaModFix/>
          </a:blip>
          <a:srcRect b="10" l="0" r="0" t="10"/>
          <a:stretch/>
        </p:blipFill>
        <p:spPr>
          <a:xfrm>
            <a:off x="6001850" y="664325"/>
            <a:ext cx="1399501" cy="933299"/>
          </a:xfrm>
          <a:prstGeom prst="rect">
            <a:avLst/>
          </a:prstGeom>
        </p:spPr>
      </p:pic>
      <p:pic>
        <p:nvPicPr>
          <p:cNvPr id="573" name="Google Shape;573;p29"/>
          <p:cNvPicPr preferRelativeResize="0"/>
          <p:nvPr>
            <p:ph idx="7" type="pic"/>
          </p:nvPr>
        </p:nvPicPr>
        <p:blipFill rotWithShape="1">
          <a:blip r:embed="rId7">
            <a:alphaModFix/>
          </a:blip>
          <a:srcRect b="10" l="0" r="0" t="10"/>
          <a:stretch/>
        </p:blipFill>
        <p:spPr>
          <a:xfrm>
            <a:off x="6001850" y="1673825"/>
            <a:ext cx="1399501" cy="933299"/>
          </a:xfrm>
          <a:prstGeom prst="rect">
            <a:avLst/>
          </a:prstGeom>
        </p:spPr>
      </p:pic>
      <p:sp>
        <p:nvSpPr>
          <p:cNvPr id="574" name="Google Shape;574;p29"/>
          <p:cNvSpPr/>
          <p:nvPr>
            <p:ph idx="8" type="pic"/>
          </p:nvPr>
        </p:nvSpPr>
        <p:spPr>
          <a:xfrm>
            <a:off x="6001850" y="2683325"/>
            <a:ext cx="1399500" cy="933300"/>
          </a:xfrm>
          <a:prstGeom prst="rect">
            <a:avLst/>
          </a:prstGeom>
        </p:spPr>
      </p:sp>
      <p:sp>
        <p:nvSpPr>
          <p:cNvPr id="575" name="Google Shape;575;p29"/>
          <p:cNvSpPr/>
          <p:nvPr>
            <p:ph idx="9" type="pic"/>
          </p:nvPr>
        </p:nvSpPr>
        <p:spPr>
          <a:xfrm>
            <a:off x="6001850" y="3692825"/>
            <a:ext cx="1399500" cy="933300"/>
          </a:xfrm>
          <a:prstGeom prst="rect">
            <a:avLst/>
          </a:prstGeom>
        </p:spPr>
      </p:sp>
      <p:pic>
        <p:nvPicPr>
          <p:cNvPr id="576" name="Google Shape;576;p29"/>
          <p:cNvPicPr preferRelativeResize="0"/>
          <p:nvPr>
            <p:ph idx="13" type="pic"/>
          </p:nvPr>
        </p:nvPicPr>
        <p:blipFill rotWithShape="1">
          <a:blip r:embed="rId8">
            <a:alphaModFix/>
          </a:blip>
          <a:srcRect b="10" l="0" r="0" t="10"/>
          <a:stretch/>
        </p:blipFill>
        <p:spPr>
          <a:xfrm>
            <a:off x="4526150" y="664325"/>
            <a:ext cx="1399501" cy="933299"/>
          </a:xfrm>
          <a:prstGeom prst="rect">
            <a:avLst/>
          </a:prstGeom>
        </p:spPr>
      </p:pic>
      <p:pic>
        <p:nvPicPr>
          <p:cNvPr id="577" name="Google Shape;577;p29"/>
          <p:cNvPicPr preferRelativeResize="0"/>
          <p:nvPr>
            <p:ph idx="14" type="pic"/>
          </p:nvPr>
        </p:nvPicPr>
        <p:blipFill rotWithShape="1">
          <a:blip r:embed="rId9">
            <a:alphaModFix/>
          </a:blip>
          <a:srcRect b="10" l="0" r="0" t="10"/>
          <a:stretch/>
        </p:blipFill>
        <p:spPr>
          <a:xfrm>
            <a:off x="4526150" y="1673825"/>
            <a:ext cx="1399501" cy="933299"/>
          </a:xfrm>
          <a:prstGeom prst="rect">
            <a:avLst/>
          </a:prstGeom>
        </p:spPr>
      </p:pic>
      <p:sp>
        <p:nvSpPr>
          <p:cNvPr id="578" name="Google Shape;578;p29"/>
          <p:cNvSpPr/>
          <p:nvPr>
            <p:ph idx="15" type="pic"/>
          </p:nvPr>
        </p:nvSpPr>
        <p:spPr>
          <a:xfrm>
            <a:off x="4526150" y="2683325"/>
            <a:ext cx="1399500" cy="933300"/>
          </a:xfrm>
          <a:prstGeom prst="rect">
            <a:avLst/>
          </a:prstGeom>
        </p:spPr>
      </p:sp>
      <p:sp>
        <p:nvSpPr>
          <p:cNvPr id="579" name="Google Shape;579;p29"/>
          <p:cNvSpPr/>
          <p:nvPr>
            <p:ph idx="16" type="pic"/>
          </p:nvPr>
        </p:nvSpPr>
        <p:spPr>
          <a:xfrm>
            <a:off x="4526150" y="3692825"/>
            <a:ext cx="1399500" cy="933300"/>
          </a:xfrm>
          <a:prstGeom prst="rect">
            <a:avLst/>
          </a:prstGeom>
        </p:spPr>
      </p:sp>
      <p:pic>
        <p:nvPicPr>
          <p:cNvPr id="580" name="Google Shape;580;p29"/>
          <p:cNvPicPr preferRelativeResize="0"/>
          <p:nvPr>
            <p:ph idx="17" type="pic"/>
          </p:nvPr>
        </p:nvPicPr>
        <p:blipFill rotWithShape="1">
          <a:blip r:embed="rId10">
            <a:alphaModFix/>
          </a:blip>
          <a:srcRect b="10" l="0" r="0" t="10"/>
          <a:stretch/>
        </p:blipFill>
        <p:spPr>
          <a:xfrm>
            <a:off x="3048000" y="664325"/>
            <a:ext cx="1399501" cy="933299"/>
          </a:xfrm>
          <a:prstGeom prst="rect">
            <a:avLst/>
          </a:prstGeom>
        </p:spPr>
      </p:pic>
      <p:pic>
        <p:nvPicPr>
          <p:cNvPr id="581" name="Google Shape;581;p29"/>
          <p:cNvPicPr preferRelativeResize="0"/>
          <p:nvPr>
            <p:ph idx="18" type="pic"/>
          </p:nvPr>
        </p:nvPicPr>
        <p:blipFill rotWithShape="1">
          <a:blip r:embed="rId11">
            <a:alphaModFix/>
          </a:blip>
          <a:srcRect b="10" l="0" r="0" t="10"/>
          <a:stretch/>
        </p:blipFill>
        <p:spPr>
          <a:xfrm>
            <a:off x="3048000" y="1673825"/>
            <a:ext cx="1399501" cy="933299"/>
          </a:xfrm>
          <a:prstGeom prst="rect">
            <a:avLst/>
          </a:prstGeom>
        </p:spPr>
      </p:pic>
      <p:sp>
        <p:nvSpPr>
          <p:cNvPr id="582" name="Google Shape;582;p29"/>
          <p:cNvSpPr/>
          <p:nvPr>
            <p:ph idx="19" type="pic"/>
          </p:nvPr>
        </p:nvSpPr>
        <p:spPr>
          <a:xfrm>
            <a:off x="3048000" y="2683325"/>
            <a:ext cx="1399500" cy="933300"/>
          </a:xfrm>
          <a:prstGeom prst="rect">
            <a:avLst/>
          </a:prstGeom>
        </p:spPr>
      </p:sp>
      <p:sp>
        <p:nvSpPr>
          <p:cNvPr id="583" name="Google Shape;583;p29"/>
          <p:cNvSpPr/>
          <p:nvPr>
            <p:ph idx="20" type="pic"/>
          </p:nvPr>
        </p:nvSpPr>
        <p:spPr>
          <a:xfrm>
            <a:off x="3048000" y="3692825"/>
            <a:ext cx="1399500" cy="933300"/>
          </a:xfrm>
          <a:prstGeom prst="rect">
            <a:avLst/>
          </a:prstGeom>
        </p:spPr>
      </p:sp>
      <p:pic>
        <p:nvPicPr>
          <p:cNvPr id="584" name="Google Shape;584;p29"/>
          <p:cNvPicPr preferRelativeResize="0"/>
          <p:nvPr>
            <p:ph idx="22" type="pic"/>
          </p:nvPr>
        </p:nvPicPr>
        <p:blipFill rotWithShape="1">
          <a:blip r:embed="rId12">
            <a:alphaModFix/>
          </a:blip>
          <a:srcRect b="10" l="0" r="0" t="10"/>
          <a:stretch/>
        </p:blipFill>
        <p:spPr>
          <a:xfrm>
            <a:off x="1574750" y="1673825"/>
            <a:ext cx="1399501" cy="933299"/>
          </a:xfrm>
          <a:prstGeom prst="rect">
            <a:avLst/>
          </a:prstGeom>
        </p:spPr>
      </p:pic>
      <p:sp>
        <p:nvSpPr>
          <p:cNvPr id="585" name="Google Shape;585;p29"/>
          <p:cNvSpPr/>
          <p:nvPr>
            <p:ph idx="23" type="pic"/>
          </p:nvPr>
        </p:nvSpPr>
        <p:spPr>
          <a:xfrm>
            <a:off x="1574750" y="2683325"/>
            <a:ext cx="1399500" cy="933300"/>
          </a:xfrm>
          <a:prstGeom prst="rect">
            <a:avLst/>
          </a:prstGeom>
        </p:spPr>
      </p:sp>
      <p:sp>
        <p:nvSpPr>
          <p:cNvPr id="586" name="Google Shape;586;p29"/>
          <p:cNvSpPr/>
          <p:nvPr>
            <p:ph idx="24" type="pic"/>
          </p:nvPr>
        </p:nvSpPr>
        <p:spPr>
          <a:xfrm>
            <a:off x="1574750" y="3692825"/>
            <a:ext cx="1399500" cy="933300"/>
          </a:xfrm>
          <a:prstGeom prst="rect">
            <a:avLst/>
          </a:prstGeom>
        </p:spPr>
      </p:sp>
      <p:pic>
        <p:nvPicPr>
          <p:cNvPr id="587" name="Google Shape;587;p29"/>
          <p:cNvPicPr preferRelativeResize="0"/>
          <p:nvPr>
            <p:ph idx="21" type="pic"/>
          </p:nvPr>
        </p:nvPicPr>
        <p:blipFill rotWithShape="1">
          <a:blip r:embed="rId13">
            <a:alphaModFix/>
          </a:blip>
          <a:srcRect b="10" l="0" r="0" t="10"/>
          <a:stretch/>
        </p:blipFill>
        <p:spPr>
          <a:xfrm>
            <a:off x="1574750" y="664325"/>
            <a:ext cx="1399501" cy="93329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30"/>
          <p:cNvSpPr txBox="1"/>
          <p:nvPr>
            <p:ph type="title"/>
          </p:nvPr>
        </p:nvSpPr>
        <p:spPr>
          <a:xfrm>
            <a:off x="205225" y="582850"/>
            <a:ext cx="1159200" cy="20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Beige Brown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—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Others</a:t>
            </a:r>
            <a:endParaRPr/>
          </a:p>
        </p:txBody>
      </p:sp>
      <p:sp>
        <p:nvSpPr>
          <p:cNvPr id="593" name="Google Shape;593;p30">
            <a:hlinkClick action="ppaction://hlinksldjump" r:id="rId3"/>
          </p:cNvPr>
          <p:cNvSpPr/>
          <p:nvPr/>
        </p:nvSpPr>
        <p:spPr>
          <a:xfrm>
            <a:off x="286825" y="4171625"/>
            <a:ext cx="996000" cy="4545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&lt;&lt;&lt; TABLE OF</a:t>
            </a:r>
            <a:endParaRPr b="1" sz="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CONTENTS</a:t>
            </a:r>
            <a:endParaRPr b="1" sz="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94" name="Google Shape;594;p30"/>
          <p:cNvPicPr preferRelativeResize="0"/>
          <p:nvPr>
            <p:ph idx="2" type="pic"/>
          </p:nvPr>
        </p:nvPicPr>
        <p:blipFill rotWithShape="1">
          <a:blip r:embed="rId4">
            <a:alphaModFix/>
          </a:blip>
          <a:srcRect b="10" l="0" r="0" t="10"/>
          <a:stretch/>
        </p:blipFill>
        <p:spPr>
          <a:xfrm>
            <a:off x="7477550" y="664325"/>
            <a:ext cx="1399501" cy="933299"/>
          </a:xfrm>
          <a:prstGeom prst="rect">
            <a:avLst/>
          </a:prstGeom>
        </p:spPr>
      </p:pic>
      <p:sp>
        <p:nvSpPr>
          <p:cNvPr id="595" name="Google Shape;595;p30"/>
          <p:cNvSpPr/>
          <p:nvPr>
            <p:ph idx="3" type="pic"/>
          </p:nvPr>
        </p:nvSpPr>
        <p:spPr>
          <a:xfrm>
            <a:off x="7477550" y="1673825"/>
            <a:ext cx="1399500" cy="933300"/>
          </a:xfrm>
          <a:prstGeom prst="rect">
            <a:avLst/>
          </a:prstGeom>
        </p:spPr>
      </p:sp>
      <p:sp>
        <p:nvSpPr>
          <p:cNvPr id="596" name="Google Shape;596;p30"/>
          <p:cNvSpPr/>
          <p:nvPr>
            <p:ph idx="4" type="pic"/>
          </p:nvPr>
        </p:nvSpPr>
        <p:spPr>
          <a:xfrm>
            <a:off x="7477550" y="2683325"/>
            <a:ext cx="1399500" cy="933300"/>
          </a:xfrm>
          <a:prstGeom prst="rect">
            <a:avLst/>
          </a:prstGeom>
        </p:spPr>
      </p:sp>
      <p:sp>
        <p:nvSpPr>
          <p:cNvPr id="597" name="Google Shape;597;p30"/>
          <p:cNvSpPr/>
          <p:nvPr>
            <p:ph idx="5" type="pic"/>
          </p:nvPr>
        </p:nvSpPr>
        <p:spPr>
          <a:xfrm>
            <a:off x="7477550" y="3692825"/>
            <a:ext cx="1399500" cy="933300"/>
          </a:xfrm>
          <a:prstGeom prst="rect">
            <a:avLst/>
          </a:prstGeom>
        </p:spPr>
      </p:sp>
      <p:pic>
        <p:nvPicPr>
          <p:cNvPr id="598" name="Google Shape;598;p30"/>
          <p:cNvPicPr preferRelativeResize="0"/>
          <p:nvPr>
            <p:ph idx="6" type="pic"/>
          </p:nvPr>
        </p:nvPicPr>
        <p:blipFill rotWithShape="1">
          <a:blip r:embed="rId5">
            <a:alphaModFix/>
          </a:blip>
          <a:srcRect b="10" l="0" r="0" t="10"/>
          <a:stretch/>
        </p:blipFill>
        <p:spPr>
          <a:xfrm>
            <a:off x="6001850" y="664325"/>
            <a:ext cx="1399501" cy="933299"/>
          </a:xfrm>
          <a:prstGeom prst="rect">
            <a:avLst/>
          </a:prstGeom>
        </p:spPr>
      </p:pic>
      <p:sp>
        <p:nvSpPr>
          <p:cNvPr id="599" name="Google Shape;599;p30"/>
          <p:cNvSpPr/>
          <p:nvPr>
            <p:ph idx="7" type="pic"/>
          </p:nvPr>
        </p:nvSpPr>
        <p:spPr>
          <a:xfrm>
            <a:off x="6001850" y="1673825"/>
            <a:ext cx="1399500" cy="933300"/>
          </a:xfrm>
          <a:prstGeom prst="rect">
            <a:avLst/>
          </a:prstGeom>
        </p:spPr>
      </p:sp>
      <p:sp>
        <p:nvSpPr>
          <p:cNvPr id="600" name="Google Shape;600;p30"/>
          <p:cNvSpPr/>
          <p:nvPr>
            <p:ph idx="8" type="pic"/>
          </p:nvPr>
        </p:nvSpPr>
        <p:spPr>
          <a:xfrm>
            <a:off x="6001850" y="2683325"/>
            <a:ext cx="1399500" cy="933300"/>
          </a:xfrm>
          <a:prstGeom prst="rect">
            <a:avLst/>
          </a:prstGeom>
        </p:spPr>
      </p:sp>
      <p:sp>
        <p:nvSpPr>
          <p:cNvPr id="601" name="Google Shape;601;p30"/>
          <p:cNvSpPr/>
          <p:nvPr>
            <p:ph idx="9" type="pic"/>
          </p:nvPr>
        </p:nvSpPr>
        <p:spPr>
          <a:xfrm>
            <a:off x="6001850" y="3692825"/>
            <a:ext cx="1399500" cy="933300"/>
          </a:xfrm>
          <a:prstGeom prst="rect">
            <a:avLst/>
          </a:prstGeom>
        </p:spPr>
      </p:sp>
      <p:pic>
        <p:nvPicPr>
          <p:cNvPr id="602" name="Google Shape;602;p30"/>
          <p:cNvPicPr preferRelativeResize="0"/>
          <p:nvPr>
            <p:ph idx="13" type="pic"/>
          </p:nvPr>
        </p:nvPicPr>
        <p:blipFill rotWithShape="1">
          <a:blip r:embed="rId6">
            <a:alphaModFix/>
          </a:blip>
          <a:srcRect b="10" l="0" r="0" t="10"/>
          <a:stretch/>
        </p:blipFill>
        <p:spPr>
          <a:xfrm>
            <a:off x="4526150" y="664325"/>
            <a:ext cx="1399501" cy="933299"/>
          </a:xfrm>
          <a:prstGeom prst="rect">
            <a:avLst/>
          </a:prstGeom>
        </p:spPr>
      </p:pic>
      <p:sp>
        <p:nvSpPr>
          <p:cNvPr id="603" name="Google Shape;603;p30"/>
          <p:cNvSpPr/>
          <p:nvPr>
            <p:ph idx="14" type="pic"/>
          </p:nvPr>
        </p:nvSpPr>
        <p:spPr>
          <a:xfrm>
            <a:off x="4526150" y="1673825"/>
            <a:ext cx="1399500" cy="933300"/>
          </a:xfrm>
          <a:prstGeom prst="rect">
            <a:avLst/>
          </a:prstGeom>
        </p:spPr>
      </p:sp>
      <p:sp>
        <p:nvSpPr>
          <p:cNvPr id="604" name="Google Shape;604;p30"/>
          <p:cNvSpPr/>
          <p:nvPr>
            <p:ph idx="15" type="pic"/>
          </p:nvPr>
        </p:nvSpPr>
        <p:spPr>
          <a:xfrm>
            <a:off x="4526150" y="2683325"/>
            <a:ext cx="1399500" cy="933300"/>
          </a:xfrm>
          <a:prstGeom prst="rect">
            <a:avLst/>
          </a:prstGeom>
        </p:spPr>
      </p:sp>
      <p:sp>
        <p:nvSpPr>
          <p:cNvPr id="605" name="Google Shape;605;p30"/>
          <p:cNvSpPr/>
          <p:nvPr>
            <p:ph idx="16" type="pic"/>
          </p:nvPr>
        </p:nvSpPr>
        <p:spPr>
          <a:xfrm>
            <a:off x="4526150" y="3692825"/>
            <a:ext cx="1399500" cy="933300"/>
          </a:xfrm>
          <a:prstGeom prst="rect">
            <a:avLst/>
          </a:prstGeom>
        </p:spPr>
      </p:sp>
      <p:pic>
        <p:nvPicPr>
          <p:cNvPr id="606" name="Google Shape;606;p30"/>
          <p:cNvPicPr preferRelativeResize="0"/>
          <p:nvPr>
            <p:ph idx="17" type="pic"/>
          </p:nvPr>
        </p:nvPicPr>
        <p:blipFill rotWithShape="1">
          <a:blip r:embed="rId7">
            <a:alphaModFix/>
          </a:blip>
          <a:srcRect b="10" l="0" r="0" t="10"/>
          <a:stretch/>
        </p:blipFill>
        <p:spPr>
          <a:xfrm>
            <a:off x="3048000" y="664325"/>
            <a:ext cx="1399501" cy="933299"/>
          </a:xfrm>
          <a:prstGeom prst="rect">
            <a:avLst/>
          </a:prstGeom>
        </p:spPr>
      </p:pic>
      <p:pic>
        <p:nvPicPr>
          <p:cNvPr id="607" name="Google Shape;607;p30"/>
          <p:cNvPicPr preferRelativeResize="0"/>
          <p:nvPr>
            <p:ph idx="18" type="pic"/>
          </p:nvPr>
        </p:nvPicPr>
        <p:blipFill rotWithShape="1">
          <a:blip r:embed="rId8">
            <a:alphaModFix/>
          </a:blip>
          <a:srcRect b="10" l="0" r="0" t="10"/>
          <a:stretch/>
        </p:blipFill>
        <p:spPr>
          <a:xfrm>
            <a:off x="3048000" y="1673825"/>
            <a:ext cx="1399501" cy="933299"/>
          </a:xfrm>
          <a:prstGeom prst="rect">
            <a:avLst/>
          </a:prstGeom>
        </p:spPr>
      </p:pic>
      <p:sp>
        <p:nvSpPr>
          <p:cNvPr id="608" name="Google Shape;608;p30"/>
          <p:cNvSpPr/>
          <p:nvPr>
            <p:ph idx="19" type="pic"/>
          </p:nvPr>
        </p:nvSpPr>
        <p:spPr>
          <a:xfrm>
            <a:off x="3048000" y="2683325"/>
            <a:ext cx="1399500" cy="933300"/>
          </a:xfrm>
          <a:prstGeom prst="rect">
            <a:avLst/>
          </a:prstGeom>
        </p:spPr>
      </p:sp>
      <p:sp>
        <p:nvSpPr>
          <p:cNvPr id="609" name="Google Shape;609;p30"/>
          <p:cNvSpPr/>
          <p:nvPr>
            <p:ph idx="20" type="pic"/>
          </p:nvPr>
        </p:nvSpPr>
        <p:spPr>
          <a:xfrm>
            <a:off x="3048000" y="3692825"/>
            <a:ext cx="1399500" cy="933300"/>
          </a:xfrm>
          <a:prstGeom prst="rect">
            <a:avLst/>
          </a:prstGeom>
        </p:spPr>
      </p:sp>
      <p:pic>
        <p:nvPicPr>
          <p:cNvPr id="610" name="Google Shape;610;p30"/>
          <p:cNvPicPr preferRelativeResize="0"/>
          <p:nvPr>
            <p:ph idx="22" type="pic"/>
          </p:nvPr>
        </p:nvPicPr>
        <p:blipFill rotWithShape="1">
          <a:blip r:embed="rId9">
            <a:alphaModFix/>
          </a:blip>
          <a:srcRect b="10" l="0" r="0" t="10"/>
          <a:stretch/>
        </p:blipFill>
        <p:spPr>
          <a:xfrm>
            <a:off x="1574750" y="1673825"/>
            <a:ext cx="1399501" cy="933299"/>
          </a:xfrm>
          <a:prstGeom prst="rect">
            <a:avLst/>
          </a:prstGeom>
        </p:spPr>
      </p:pic>
      <p:sp>
        <p:nvSpPr>
          <p:cNvPr id="611" name="Google Shape;611;p30"/>
          <p:cNvSpPr/>
          <p:nvPr>
            <p:ph idx="23" type="pic"/>
          </p:nvPr>
        </p:nvSpPr>
        <p:spPr>
          <a:xfrm>
            <a:off x="1574750" y="2683325"/>
            <a:ext cx="1399500" cy="933300"/>
          </a:xfrm>
          <a:prstGeom prst="rect">
            <a:avLst/>
          </a:prstGeom>
        </p:spPr>
      </p:sp>
      <p:sp>
        <p:nvSpPr>
          <p:cNvPr id="612" name="Google Shape;612;p30"/>
          <p:cNvSpPr/>
          <p:nvPr>
            <p:ph idx="24" type="pic"/>
          </p:nvPr>
        </p:nvSpPr>
        <p:spPr>
          <a:xfrm>
            <a:off x="1574750" y="3692825"/>
            <a:ext cx="1399500" cy="933300"/>
          </a:xfrm>
          <a:prstGeom prst="rect">
            <a:avLst/>
          </a:prstGeom>
        </p:spPr>
      </p:sp>
      <p:pic>
        <p:nvPicPr>
          <p:cNvPr id="613" name="Google Shape;613;p30"/>
          <p:cNvPicPr preferRelativeResize="0"/>
          <p:nvPr>
            <p:ph idx="21" type="pic"/>
          </p:nvPr>
        </p:nvPicPr>
        <p:blipFill rotWithShape="1">
          <a:blip r:embed="rId10">
            <a:alphaModFix/>
          </a:blip>
          <a:srcRect b="10" l="0" r="0" t="10"/>
          <a:stretch/>
        </p:blipFill>
        <p:spPr>
          <a:xfrm>
            <a:off x="1574750" y="664325"/>
            <a:ext cx="1399501" cy="93329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31"/>
          <p:cNvSpPr txBox="1"/>
          <p:nvPr>
            <p:ph idx="1" type="body"/>
          </p:nvPr>
        </p:nvSpPr>
        <p:spPr>
          <a:xfrm>
            <a:off x="3733800" y="1218425"/>
            <a:ext cx="2826900" cy="311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Consolas"/>
                <a:ea typeface="Consolas"/>
                <a:cs typeface="Consolas"/>
                <a:sym typeface="Consolas"/>
              </a:rPr>
              <a:t>CATEGORIES</a:t>
            </a:r>
            <a:endParaRPr b="1" sz="1000">
              <a:latin typeface="Consolas"/>
              <a:ea typeface="Consolas"/>
              <a:cs typeface="Consolas"/>
              <a:sym typeface="Consolas"/>
            </a:endParaRPr>
          </a:p>
          <a:p>
            <a:pPr indent="-285750" lvl="0" marL="457200" rtl="0" algn="l">
              <a:spcBef>
                <a:spcPts val="500"/>
              </a:spcBef>
              <a:spcAft>
                <a:spcPts val="0"/>
              </a:spcAft>
              <a:buSzPts val="900"/>
              <a:buAutoNum type="arabicPeriod"/>
            </a:pPr>
            <a:r>
              <a:rPr lang="en" u="sng">
                <a:solidFill>
                  <a:schemeClr val="hlink"/>
                </a:solidFill>
                <a:hlinkClick action="ppaction://hlinksldjump" r:id="rId3"/>
              </a:rPr>
              <a:t>Bowls</a:t>
            </a:r>
            <a:r>
              <a:rPr lang="en"/>
              <a:t> </a:t>
            </a:r>
            <a:endParaRPr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AutoNum type="arabicPeriod"/>
            </a:pPr>
            <a:r>
              <a:rPr lang="en" u="sng">
                <a:solidFill>
                  <a:schemeClr val="hlink"/>
                </a:solidFill>
                <a:hlinkClick action="ppaction://hlinksldjump" r:id="rId4"/>
              </a:rPr>
              <a:t>Ramekins</a:t>
            </a:r>
            <a:r>
              <a:rPr lang="en"/>
              <a:t> </a:t>
            </a:r>
            <a:endParaRPr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AutoNum type="arabicPeriod"/>
            </a:pPr>
            <a:r>
              <a:rPr lang="en" u="sng">
                <a:solidFill>
                  <a:schemeClr val="hlink"/>
                </a:solidFill>
                <a:hlinkClick action="ppaction://hlinksldjump" r:id="rId5"/>
              </a:rPr>
              <a:t>Cups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500"/>
              </a:spcBef>
              <a:spcAft>
                <a:spcPts val="500"/>
              </a:spcAft>
              <a:buNone/>
            </a:pPr>
            <a:r>
              <a:t/>
            </a:r>
            <a:endParaRPr b="1"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9" name="Google Shape;619;p31"/>
          <p:cNvSpPr txBox="1"/>
          <p:nvPr>
            <p:ph type="title"/>
          </p:nvPr>
        </p:nvSpPr>
        <p:spPr>
          <a:xfrm>
            <a:off x="906306" y="1472175"/>
            <a:ext cx="1842000" cy="4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Clear</a:t>
            </a:r>
            <a:endParaRPr/>
          </a:p>
        </p:txBody>
      </p:sp>
      <p:sp>
        <p:nvSpPr>
          <p:cNvPr id="620" name="Google Shape;620;p31">
            <a:hlinkClick action="ppaction://hlinksldjump" r:id="rId6"/>
          </p:cNvPr>
          <p:cNvSpPr/>
          <p:nvPr/>
        </p:nvSpPr>
        <p:spPr>
          <a:xfrm>
            <a:off x="985075" y="4171625"/>
            <a:ext cx="996000" cy="454500"/>
          </a:xfrm>
          <a:prstGeom prst="roundRect">
            <a:avLst>
              <a:gd fmla="val 16667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&lt;&lt;&lt; TABLE OF</a:t>
            </a:r>
            <a:endParaRPr b="1" sz="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CONTENTS</a:t>
            </a:r>
            <a:endParaRPr b="1" sz="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21" name="Google Shape;621;p31"/>
          <p:cNvSpPr/>
          <p:nvPr/>
        </p:nvSpPr>
        <p:spPr>
          <a:xfrm>
            <a:off x="592493" y="1593521"/>
            <a:ext cx="242400" cy="242400"/>
          </a:xfrm>
          <a:prstGeom prst="ellipse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31"/>
          <p:cNvSpPr/>
          <p:nvPr/>
        </p:nvSpPr>
        <p:spPr>
          <a:xfrm>
            <a:off x="0" y="0"/>
            <a:ext cx="9144000" cy="2826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  C L E A R</a:t>
            </a:r>
            <a:endParaRPr b="1" sz="700">
              <a:solidFill>
                <a:srgbClr val="000000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32"/>
          <p:cNvSpPr txBox="1"/>
          <p:nvPr>
            <p:ph type="title"/>
          </p:nvPr>
        </p:nvSpPr>
        <p:spPr>
          <a:xfrm>
            <a:off x="205225" y="582850"/>
            <a:ext cx="1159200" cy="20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Clear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—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Bowls</a:t>
            </a:r>
            <a:endParaRPr/>
          </a:p>
        </p:txBody>
      </p:sp>
      <p:sp>
        <p:nvSpPr>
          <p:cNvPr id="628" name="Google Shape;628;p32">
            <a:hlinkClick action="ppaction://hlinksldjump" r:id="rId3"/>
          </p:cNvPr>
          <p:cNvSpPr/>
          <p:nvPr/>
        </p:nvSpPr>
        <p:spPr>
          <a:xfrm>
            <a:off x="286825" y="4171625"/>
            <a:ext cx="996000" cy="4545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&lt;&lt;&lt; TABLE OF</a:t>
            </a:r>
            <a:endParaRPr b="1" sz="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CONTENTS</a:t>
            </a:r>
            <a:endParaRPr b="1" sz="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629" name="Google Shape;629;p32"/>
          <p:cNvPicPr preferRelativeResize="0"/>
          <p:nvPr>
            <p:ph idx="2" type="pic"/>
          </p:nvPr>
        </p:nvPicPr>
        <p:blipFill rotWithShape="1">
          <a:blip r:embed="rId4">
            <a:alphaModFix/>
          </a:blip>
          <a:srcRect b="10" l="0" r="0" t="10"/>
          <a:stretch/>
        </p:blipFill>
        <p:spPr>
          <a:xfrm>
            <a:off x="7477550" y="664325"/>
            <a:ext cx="1399501" cy="933299"/>
          </a:xfrm>
          <a:prstGeom prst="rect">
            <a:avLst/>
          </a:prstGeom>
        </p:spPr>
      </p:pic>
      <p:sp>
        <p:nvSpPr>
          <p:cNvPr id="630" name="Google Shape;630;p32"/>
          <p:cNvSpPr/>
          <p:nvPr>
            <p:ph idx="3" type="pic"/>
          </p:nvPr>
        </p:nvSpPr>
        <p:spPr>
          <a:xfrm>
            <a:off x="7477550" y="1673825"/>
            <a:ext cx="1399500" cy="933300"/>
          </a:xfrm>
          <a:prstGeom prst="rect">
            <a:avLst/>
          </a:prstGeom>
        </p:spPr>
      </p:sp>
      <p:sp>
        <p:nvSpPr>
          <p:cNvPr id="631" name="Google Shape;631;p32"/>
          <p:cNvSpPr/>
          <p:nvPr>
            <p:ph idx="4" type="pic"/>
          </p:nvPr>
        </p:nvSpPr>
        <p:spPr>
          <a:xfrm>
            <a:off x="7477550" y="2683325"/>
            <a:ext cx="1399500" cy="933300"/>
          </a:xfrm>
          <a:prstGeom prst="rect">
            <a:avLst/>
          </a:prstGeom>
        </p:spPr>
      </p:sp>
      <p:sp>
        <p:nvSpPr>
          <p:cNvPr id="632" name="Google Shape;632;p32"/>
          <p:cNvSpPr/>
          <p:nvPr>
            <p:ph idx="5" type="pic"/>
          </p:nvPr>
        </p:nvSpPr>
        <p:spPr>
          <a:xfrm>
            <a:off x="7477550" y="3692825"/>
            <a:ext cx="1399500" cy="933300"/>
          </a:xfrm>
          <a:prstGeom prst="rect">
            <a:avLst/>
          </a:prstGeom>
        </p:spPr>
      </p:sp>
      <p:pic>
        <p:nvPicPr>
          <p:cNvPr id="633" name="Google Shape;633;p32"/>
          <p:cNvPicPr preferRelativeResize="0"/>
          <p:nvPr>
            <p:ph idx="6" type="pic"/>
          </p:nvPr>
        </p:nvPicPr>
        <p:blipFill rotWithShape="1">
          <a:blip r:embed="rId5">
            <a:alphaModFix/>
          </a:blip>
          <a:srcRect b="10" l="0" r="0" t="10"/>
          <a:stretch/>
        </p:blipFill>
        <p:spPr>
          <a:xfrm>
            <a:off x="6001850" y="664325"/>
            <a:ext cx="1399501" cy="933299"/>
          </a:xfrm>
          <a:prstGeom prst="rect">
            <a:avLst/>
          </a:prstGeom>
        </p:spPr>
      </p:pic>
      <p:sp>
        <p:nvSpPr>
          <p:cNvPr id="634" name="Google Shape;634;p32"/>
          <p:cNvSpPr/>
          <p:nvPr>
            <p:ph idx="7" type="pic"/>
          </p:nvPr>
        </p:nvSpPr>
        <p:spPr>
          <a:xfrm>
            <a:off x="6001850" y="1673825"/>
            <a:ext cx="1399500" cy="933300"/>
          </a:xfrm>
          <a:prstGeom prst="rect">
            <a:avLst/>
          </a:prstGeom>
        </p:spPr>
      </p:sp>
      <p:sp>
        <p:nvSpPr>
          <p:cNvPr id="635" name="Google Shape;635;p32"/>
          <p:cNvSpPr/>
          <p:nvPr>
            <p:ph idx="8" type="pic"/>
          </p:nvPr>
        </p:nvSpPr>
        <p:spPr>
          <a:xfrm>
            <a:off x="6001850" y="2683325"/>
            <a:ext cx="1399500" cy="933300"/>
          </a:xfrm>
          <a:prstGeom prst="rect">
            <a:avLst/>
          </a:prstGeom>
        </p:spPr>
      </p:sp>
      <p:sp>
        <p:nvSpPr>
          <p:cNvPr id="636" name="Google Shape;636;p32"/>
          <p:cNvSpPr/>
          <p:nvPr>
            <p:ph idx="9" type="pic"/>
          </p:nvPr>
        </p:nvSpPr>
        <p:spPr>
          <a:xfrm>
            <a:off x="6001850" y="3692825"/>
            <a:ext cx="1399500" cy="933300"/>
          </a:xfrm>
          <a:prstGeom prst="rect">
            <a:avLst/>
          </a:prstGeom>
        </p:spPr>
      </p:sp>
      <p:pic>
        <p:nvPicPr>
          <p:cNvPr id="637" name="Google Shape;637;p32"/>
          <p:cNvPicPr preferRelativeResize="0"/>
          <p:nvPr>
            <p:ph idx="13" type="pic"/>
          </p:nvPr>
        </p:nvPicPr>
        <p:blipFill rotWithShape="1">
          <a:blip r:embed="rId6">
            <a:alphaModFix/>
          </a:blip>
          <a:srcRect b="10" l="0" r="0" t="10"/>
          <a:stretch/>
        </p:blipFill>
        <p:spPr>
          <a:xfrm>
            <a:off x="4526150" y="664325"/>
            <a:ext cx="1399501" cy="933299"/>
          </a:xfrm>
          <a:prstGeom prst="rect">
            <a:avLst/>
          </a:prstGeom>
        </p:spPr>
      </p:pic>
      <p:sp>
        <p:nvSpPr>
          <p:cNvPr id="638" name="Google Shape;638;p32"/>
          <p:cNvSpPr/>
          <p:nvPr>
            <p:ph idx="14" type="pic"/>
          </p:nvPr>
        </p:nvSpPr>
        <p:spPr>
          <a:xfrm>
            <a:off x="4526150" y="1673825"/>
            <a:ext cx="1399500" cy="933300"/>
          </a:xfrm>
          <a:prstGeom prst="rect">
            <a:avLst/>
          </a:prstGeom>
        </p:spPr>
      </p:sp>
      <p:sp>
        <p:nvSpPr>
          <p:cNvPr id="639" name="Google Shape;639;p32"/>
          <p:cNvSpPr/>
          <p:nvPr>
            <p:ph idx="15" type="pic"/>
          </p:nvPr>
        </p:nvSpPr>
        <p:spPr>
          <a:xfrm>
            <a:off x="4526150" y="2683325"/>
            <a:ext cx="1399500" cy="933300"/>
          </a:xfrm>
          <a:prstGeom prst="rect">
            <a:avLst/>
          </a:prstGeom>
        </p:spPr>
      </p:sp>
      <p:sp>
        <p:nvSpPr>
          <p:cNvPr id="640" name="Google Shape;640;p32"/>
          <p:cNvSpPr/>
          <p:nvPr>
            <p:ph idx="16" type="pic"/>
          </p:nvPr>
        </p:nvSpPr>
        <p:spPr>
          <a:xfrm>
            <a:off x="4526150" y="3692825"/>
            <a:ext cx="1399500" cy="933300"/>
          </a:xfrm>
          <a:prstGeom prst="rect">
            <a:avLst/>
          </a:prstGeom>
        </p:spPr>
      </p:sp>
      <p:pic>
        <p:nvPicPr>
          <p:cNvPr id="641" name="Google Shape;641;p32"/>
          <p:cNvPicPr preferRelativeResize="0"/>
          <p:nvPr>
            <p:ph idx="17" type="pic"/>
          </p:nvPr>
        </p:nvPicPr>
        <p:blipFill rotWithShape="1">
          <a:blip r:embed="rId7">
            <a:alphaModFix/>
          </a:blip>
          <a:srcRect b="10" l="0" r="0" t="10"/>
          <a:stretch/>
        </p:blipFill>
        <p:spPr>
          <a:xfrm>
            <a:off x="3048000" y="664325"/>
            <a:ext cx="1399501" cy="933299"/>
          </a:xfrm>
          <a:prstGeom prst="rect">
            <a:avLst/>
          </a:prstGeom>
        </p:spPr>
      </p:pic>
      <p:sp>
        <p:nvSpPr>
          <p:cNvPr id="642" name="Google Shape;642;p32"/>
          <p:cNvSpPr/>
          <p:nvPr>
            <p:ph idx="18" type="pic"/>
          </p:nvPr>
        </p:nvSpPr>
        <p:spPr>
          <a:xfrm>
            <a:off x="3048000" y="1673825"/>
            <a:ext cx="1399500" cy="933300"/>
          </a:xfrm>
          <a:prstGeom prst="rect">
            <a:avLst/>
          </a:prstGeom>
        </p:spPr>
      </p:sp>
      <p:sp>
        <p:nvSpPr>
          <p:cNvPr id="643" name="Google Shape;643;p32"/>
          <p:cNvSpPr/>
          <p:nvPr>
            <p:ph idx="19" type="pic"/>
          </p:nvPr>
        </p:nvSpPr>
        <p:spPr>
          <a:xfrm>
            <a:off x="3048000" y="2683325"/>
            <a:ext cx="1399500" cy="933300"/>
          </a:xfrm>
          <a:prstGeom prst="rect">
            <a:avLst/>
          </a:prstGeom>
        </p:spPr>
      </p:sp>
      <p:sp>
        <p:nvSpPr>
          <p:cNvPr id="644" name="Google Shape;644;p32"/>
          <p:cNvSpPr/>
          <p:nvPr>
            <p:ph idx="20" type="pic"/>
          </p:nvPr>
        </p:nvSpPr>
        <p:spPr>
          <a:xfrm>
            <a:off x="3048000" y="3692825"/>
            <a:ext cx="1399500" cy="933300"/>
          </a:xfrm>
          <a:prstGeom prst="rect">
            <a:avLst/>
          </a:prstGeom>
        </p:spPr>
      </p:sp>
      <p:sp>
        <p:nvSpPr>
          <p:cNvPr id="645" name="Google Shape;645;p32"/>
          <p:cNvSpPr/>
          <p:nvPr>
            <p:ph idx="22" type="pic"/>
          </p:nvPr>
        </p:nvSpPr>
        <p:spPr>
          <a:xfrm>
            <a:off x="1574750" y="1673825"/>
            <a:ext cx="1399500" cy="933300"/>
          </a:xfrm>
          <a:prstGeom prst="rect">
            <a:avLst/>
          </a:prstGeom>
        </p:spPr>
      </p:sp>
      <p:sp>
        <p:nvSpPr>
          <p:cNvPr id="646" name="Google Shape;646;p32"/>
          <p:cNvSpPr/>
          <p:nvPr>
            <p:ph idx="23" type="pic"/>
          </p:nvPr>
        </p:nvSpPr>
        <p:spPr>
          <a:xfrm>
            <a:off x="1574750" y="2683325"/>
            <a:ext cx="1399500" cy="933300"/>
          </a:xfrm>
          <a:prstGeom prst="rect">
            <a:avLst/>
          </a:prstGeom>
        </p:spPr>
      </p:sp>
      <p:sp>
        <p:nvSpPr>
          <p:cNvPr id="647" name="Google Shape;647;p32"/>
          <p:cNvSpPr/>
          <p:nvPr>
            <p:ph idx="24" type="pic"/>
          </p:nvPr>
        </p:nvSpPr>
        <p:spPr>
          <a:xfrm>
            <a:off x="1574750" y="3692825"/>
            <a:ext cx="1399500" cy="933300"/>
          </a:xfrm>
          <a:prstGeom prst="rect">
            <a:avLst/>
          </a:prstGeom>
        </p:spPr>
      </p:sp>
      <p:pic>
        <p:nvPicPr>
          <p:cNvPr id="648" name="Google Shape;648;p32"/>
          <p:cNvPicPr preferRelativeResize="0"/>
          <p:nvPr>
            <p:ph idx="21" type="pic"/>
          </p:nvPr>
        </p:nvPicPr>
        <p:blipFill rotWithShape="1">
          <a:blip r:embed="rId8">
            <a:alphaModFix/>
          </a:blip>
          <a:srcRect b="10" l="0" r="0" t="10"/>
          <a:stretch/>
        </p:blipFill>
        <p:spPr>
          <a:xfrm>
            <a:off x="1574750" y="664325"/>
            <a:ext cx="1399501" cy="93329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33"/>
          <p:cNvSpPr txBox="1"/>
          <p:nvPr>
            <p:ph type="title"/>
          </p:nvPr>
        </p:nvSpPr>
        <p:spPr>
          <a:xfrm>
            <a:off x="205225" y="582850"/>
            <a:ext cx="1159200" cy="20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Clear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—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Ramekins</a:t>
            </a:r>
            <a:endParaRPr/>
          </a:p>
        </p:txBody>
      </p:sp>
      <p:sp>
        <p:nvSpPr>
          <p:cNvPr id="654" name="Google Shape;654;p33">
            <a:hlinkClick action="ppaction://hlinksldjump" r:id="rId3"/>
          </p:cNvPr>
          <p:cNvSpPr/>
          <p:nvPr/>
        </p:nvSpPr>
        <p:spPr>
          <a:xfrm>
            <a:off x="286825" y="4171625"/>
            <a:ext cx="996000" cy="4545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&lt;&lt;&lt; TABLE OF</a:t>
            </a:r>
            <a:endParaRPr b="1" sz="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CONTENTS</a:t>
            </a:r>
            <a:endParaRPr b="1" sz="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655" name="Google Shape;655;p33"/>
          <p:cNvPicPr preferRelativeResize="0"/>
          <p:nvPr>
            <p:ph idx="2" type="pic"/>
          </p:nvPr>
        </p:nvPicPr>
        <p:blipFill rotWithShape="1">
          <a:blip r:embed="rId4">
            <a:alphaModFix/>
          </a:blip>
          <a:srcRect b="10" l="0" r="0" t="10"/>
          <a:stretch/>
        </p:blipFill>
        <p:spPr>
          <a:xfrm>
            <a:off x="7477550" y="664325"/>
            <a:ext cx="1399501" cy="933299"/>
          </a:xfrm>
          <a:prstGeom prst="rect">
            <a:avLst/>
          </a:prstGeom>
        </p:spPr>
      </p:pic>
      <p:sp>
        <p:nvSpPr>
          <p:cNvPr id="656" name="Google Shape;656;p33"/>
          <p:cNvSpPr/>
          <p:nvPr>
            <p:ph idx="3" type="pic"/>
          </p:nvPr>
        </p:nvSpPr>
        <p:spPr>
          <a:xfrm>
            <a:off x="7477550" y="1673825"/>
            <a:ext cx="1399500" cy="933300"/>
          </a:xfrm>
          <a:prstGeom prst="rect">
            <a:avLst/>
          </a:prstGeom>
        </p:spPr>
      </p:sp>
      <p:sp>
        <p:nvSpPr>
          <p:cNvPr id="657" name="Google Shape;657;p33"/>
          <p:cNvSpPr/>
          <p:nvPr>
            <p:ph idx="4" type="pic"/>
          </p:nvPr>
        </p:nvSpPr>
        <p:spPr>
          <a:xfrm>
            <a:off x="7477550" y="2683325"/>
            <a:ext cx="1399500" cy="933300"/>
          </a:xfrm>
          <a:prstGeom prst="rect">
            <a:avLst/>
          </a:prstGeom>
        </p:spPr>
      </p:sp>
      <p:sp>
        <p:nvSpPr>
          <p:cNvPr id="658" name="Google Shape;658;p33"/>
          <p:cNvSpPr/>
          <p:nvPr>
            <p:ph idx="5" type="pic"/>
          </p:nvPr>
        </p:nvSpPr>
        <p:spPr>
          <a:xfrm>
            <a:off x="7477550" y="3692825"/>
            <a:ext cx="1399500" cy="933300"/>
          </a:xfrm>
          <a:prstGeom prst="rect">
            <a:avLst/>
          </a:prstGeom>
        </p:spPr>
      </p:sp>
      <p:pic>
        <p:nvPicPr>
          <p:cNvPr id="659" name="Google Shape;659;p33"/>
          <p:cNvPicPr preferRelativeResize="0"/>
          <p:nvPr>
            <p:ph idx="6" type="pic"/>
          </p:nvPr>
        </p:nvPicPr>
        <p:blipFill rotWithShape="1">
          <a:blip r:embed="rId5">
            <a:alphaModFix/>
          </a:blip>
          <a:srcRect b="10" l="0" r="0" t="10"/>
          <a:stretch/>
        </p:blipFill>
        <p:spPr>
          <a:xfrm>
            <a:off x="6001850" y="664325"/>
            <a:ext cx="1399501" cy="933299"/>
          </a:xfrm>
          <a:prstGeom prst="rect">
            <a:avLst/>
          </a:prstGeom>
        </p:spPr>
      </p:pic>
      <p:sp>
        <p:nvSpPr>
          <p:cNvPr id="660" name="Google Shape;660;p33"/>
          <p:cNvSpPr/>
          <p:nvPr>
            <p:ph idx="7" type="pic"/>
          </p:nvPr>
        </p:nvSpPr>
        <p:spPr>
          <a:xfrm>
            <a:off x="6001850" y="1673825"/>
            <a:ext cx="1399500" cy="933300"/>
          </a:xfrm>
          <a:prstGeom prst="rect">
            <a:avLst/>
          </a:prstGeom>
        </p:spPr>
      </p:sp>
      <p:sp>
        <p:nvSpPr>
          <p:cNvPr id="661" name="Google Shape;661;p33"/>
          <p:cNvSpPr/>
          <p:nvPr>
            <p:ph idx="8" type="pic"/>
          </p:nvPr>
        </p:nvSpPr>
        <p:spPr>
          <a:xfrm>
            <a:off x="6001850" y="2683325"/>
            <a:ext cx="1399500" cy="933300"/>
          </a:xfrm>
          <a:prstGeom prst="rect">
            <a:avLst/>
          </a:prstGeom>
        </p:spPr>
      </p:sp>
      <p:sp>
        <p:nvSpPr>
          <p:cNvPr id="662" name="Google Shape;662;p33"/>
          <p:cNvSpPr/>
          <p:nvPr>
            <p:ph idx="9" type="pic"/>
          </p:nvPr>
        </p:nvSpPr>
        <p:spPr>
          <a:xfrm>
            <a:off x="6001850" y="3692825"/>
            <a:ext cx="1399500" cy="933300"/>
          </a:xfrm>
          <a:prstGeom prst="rect">
            <a:avLst/>
          </a:prstGeom>
        </p:spPr>
      </p:sp>
      <p:pic>
        <p:nvPicPr>
          <p:cNvPr id="663" name="Google Shape;663;p33"/>
          <p:cNvPicPr preferRelativeResize="0"/>
          <p:nvPr>
            <p:ph idx="13" type="pic"/>
          </p:nvPr>
        </p:nvPicPr>
        <p:blipFill rotWithShape="1">
          <a:blip r:embed="rId6">
            <a:alphaModFix/>
          </a:blip>
          <a:srcRect b="10" l="0" r="0" t="10"/>
          <a:stretch/>
        </p:blipFill>
        <p:spPr>
          <a:xfrm>
            <a:off x="4526150" y="664325"/>
            <a:ext cx="1399501" cy="933299"/>
          </a:xfrm>
          <a:prstGeom prst="rect">
            <a:avLst/>
          </a:prstGeom>
        </p:spPr>
      </p:pic>
      <p:pic>
        <p:nvPicPr>
          <p:cNvPr id="664" name="Google Shape;664;p33"/>
          <p:cNvPicPr preferRelativeResize="0"/>
          <p:nvPr>
            <p:ph idx="14" type="pic"/>
          </p:nvPr>
        </p:nvPicPr>
        <p:blipFill rotWithShape="1">
          <a:blip r:embed="rId7">
            <a:alphaModFix/>
          </a:blip>
          <a:srcRect b="10" l="0" r="0" t="10"/>
          <a:stretch/>
        </p:blipFill>
        <p:spPr>
          <a:xfrm>
            <a:off x="4526150" y="1673825"/>
            <a:ext cx="1399501" cy="933299"/>
          </a:xfrm>
          <a:prstGeom prst="rect">
            <a:avLst/>
          </a:prstGeom>
        </p:spPr>
      </p:pic>
      <p:sp>
        <p:nvSpPr>
          <p:cNvPr id="665" name="Google Shape;665;p33"/>
          <p:cNvSpPr/>
          <p:nvPr>
            <p:ph idx="15" type="pic"/>
          </p:nvPr>
        </p:nvSpPr>
        <p:spPr>
          <a:xfrm>
            <a:off x="4526150" y="2683325"/>
            <a:ext cx="1399500" cy="933300"/>
          </a:xfrm>
          <a:prstGeom prst="rect">
            <a:avLst/>
          </a:prstGeom>
        </p:spPr>
      </p:sp>
      <p:sp>
        <p:nvSpPr>
          <p:cNvPr id="666" name="Google Shape;666;p33"/>
          <p:cNvSpPr/>
          <p:nvPr>
            <p:ph idx="16" type="pic"/>
          </p:nvPr>
        </p:nvSpPr>
        <p:spPr>
          <a:xfrm>
            <a:off x="4526150" y="3692825"/>
            <a:ext cx="1399500" cy="933300"/>
          </a:xfrm>
          <a:prstGeom prst="rect">
            <a:avLst/>
          </a:prstGeom>
        </p:spPr>
      </p:sp>
      <p:pic>
        <p:nvPicPr>
          <p:cNvPr id="667" name="Google Shape;667;p33"/>
          <p:cNvPicPr preferRelativeResize="0"/>
          <p:nvPr>
            <p:ph idx="17" type="pic"/>
          </p:nvPr>
        </p:nvPicPr>
        <p:blipFill rotWithShape="1">
          <a:blip r:embed="rId8">
            <a:alphaModFix/>
          </a:blip>
          <a:srcRect b="10" l="0" r="0" t="10"/>
          <a:stretch/>
        </p:blipFill>
        <p:spPr>
          <a:xfrm>
            <a:off x="3048000" y="664325"/>
            <a:ext cx="1399501" cy="933299"/>
          </a:xfrm>
          <a:prstGeom prst="rect">
            <a:avLst/>
          </a:prstGeom>
        </p:spPr>
      </p:pic>
      <p:pic>
        <p:nvPicPr>
          <p:cNvPr id="668" name="Google Shape;668;p33"/>
          <p:cNvPicPr preferRelativeResize="0"/>
          <p:nvPr>
            <p:ph idx="18" type="pic"/>
          </p:nvPr>
        </p:nvPicPr>
        <p:blipFill rotWithShape="1">
          <a:blip r:embed="rId9">
            <a:alphaModFix/>
          </a:blip>
          <a:srcRect b="10" l="0" r="0" t="10"/>
          <a:stretch/>
        </p:blipFill>
        <p:spPr>
          <a:xfrm>
            <a:off x="3048000" y="1673825"/>
            <a:ext cx="1399501" cy="933299"/>
          </a:xfrm>
          <a:prstGeom prst="rect">
            <a:avLst/>
          </a:prstGeom>
        </p:spPr>
      </p:pic>
      <p:sp>
        <p:nvSpPr>
          <p:cNvPr id="669" name="Google Shape;669;p33"/>
          <p:cNvSpPr/>
          <p:nvPr>
            <p:ph idx="19" type="pic"/>
          </p:nvPr>
        </p:nvSpPr>
        <p:spPr>
          <a:xfrm>
            <a:off x="3048000" y="2683325"/>
            <a:ext cx="1399500" cy="933300"/>
          </a:xfrm>
          <a:prstGeom prst="rect">
            <a:avLst/>
          </a:prstGeom>
        </p:spPr>
      </p:sp>
      <p:sp>
        <p:nvSpPr>
          <p:cNvPr id="670" name="Google Shape;670;p33"/>
          <p:cNvSpPr/>
          <p:nvPr>
            <p:ph idx="20" type="pic"/>
          </p:nvPr>
        </p:nvSpPr>
        <p:spPr>
          <a:xfrm>
            <a:off x="3048000" y="3692825"/>
            <a:ext cx="1399500" cy="933300"/>
          </a:xfrm>
          <a:prstGeom prst="rect">
            <a:avLst/>
          </a:prstGeom>
        </p:spPr>
      </p:sp>
      <p:pic>
        <p:nvPicPr>
          <p:cNvPr id="671" name="Google Shape;671;p33"/>
          <p:cNvPicPr preferRelativeResize="0"/>
          <p:nvPr>
            <p:ph idx="22" type="pic"/>
          </p:nvPr>
        </p:nvPicPr>
        <p:blipFill rotWithShape="1">
          <a:blip r:embed="rId10">
            <a:alphaModFix/>
          </a:blip>
          <a:srcRect b="10" l="0" r="0" t="10"/>
          <a:stretch/>
        </p:blipFill>
        <p:spPr>
          <a:xfrm>
            <a:off x="1574750" y="1673825"/>
            <a:ext cx="1399501" cy="933299"/>
          </a:xfrm>
          <a:prstGeom prst="rect">
            <a:avLst/>
          </a:prstGeom>
        </p:spPr>
      </p:pic>
      <p:sp>
        <p:nvSpPr>
          <p:cNvPr id="672" name="Google Shape;672;p33"/>
          <p:cNvSpPr/>
          <p:nvPr>
            <p:ph idx="23" type="pic"/>
          </p:nvPr>
        </p:nvSpPr>
        <p:spPr>
          <a:xfrm>
            <a:off x="1574750" y="2683325"/>
            <a:ext cx="1399500" cy="933300"/>
          </a:xfrm>
          <a:prstGeom prst="rect">
            <a:avLst/>
          </a:prstGeom>
        </p:spPr>
      </p:sp>
      <p:sp>
        <p:nvSpPr>
          <p:cNvPr id="673" name="Google Shape;673;p33"/>
          <p:cNvSpPr/>
          <p:nvPr>
            <p:ph idx="24" type="pic"/>
          </p:nvPr>
        </p:nvSpPr>
        <p:spPr>
          <a:xfrm>
            <a:off x="1574750" y="3692825"/>
            <a:ext cx="1399500" cy="933300"/>
          </a:xfrm>
          <a:prstGeom prst="rect">
            <a:avLst/>
          </a:prstGeom>
        </p:spPr>
      </p:sp>
      <p:pic>
        <p:nvPicPr>
          <p:cNvPr id="674" name="Google Shape;674;p33"/>
          <p:cNvPicPr preferRelativeResize="0"/>
          <p:nvPr>
            <p:ph idx="21" type="pic"/>
          </p:nvPr>
        </p:nvPicPr>
        <p:blipFill rotWithShape="1">
          <a:blip r:embed="rId11">
            <a:alphaModFix/>
          </a:blip>
          <a:srcRect b="10" l="0" r="0" t="10"/>
          <a:stretch/>
        </p:blipFill>
        <p:spPr>
          <a:xfrm>
            <a:off x="1574750" y="664325"/>
            <a:ext cx="1399501" cy="93329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34"/>
          <p:cNvSpPr txBox="1"/>
          <p:nvPr>
            <p:ph type="title"/>
          </p:nvPr>
        </p:nvSpPr>
        <p:spPr>
          <a:xfrm>
            <a:off x="205225" y="582850"/>
            <a:ext cx="1159200" cy="20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Clear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—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Cups</a:t>
            </a:r>
            <a:endParaRPr/>
          </a:p>
        </p:txBody>
      </p:sp>
      <p:sp>
        <p:nvSpPr>
          <p:cNvPr id="680" name="Google Shape;680;p34">
            <a:hlinkClick action="ppaction://hlinksldjump" r:id="rId3"/>
          </p:cNvPr>
          <p:cNvSpPr/>
          <p:nvPr/>
        </p:nvSpPr>
        <p:spPr>
          <a:xfrm>
            <a:off x="286825" y="4171625"/>
            <a:ext cx="996000" cy="4545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&lt;&lt;&lt; TABLE OF</a:t>
            </a:r>
            <a:endParaRPr b="1" sz="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CONTENTS</a:t>
            </a:r>
            <a:endParaRPr b="1" sz="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81" name="Google Shape;681;p34"/>
          <p:cNvSpPr/>
          <p:nvPr>
            <p:ph idx="2" type="pic"/>
          </p:nvPr>
        </p:nvSpPr>
        <p:spPr>
          <a:xfrm>
            <a:off x="7477550" y="664325"/>
            <a:ext cx="1399500" cy="933300"/>
          </a:xfrm>
          <a:prstGeom prst="rect">
            <a:avLst/>
          </a:prstGeom>
        </p:spPr>
      </p:sp>
      <p:sp>
        <p:nvSpPr>
          <p:cNvPr id="682" name="Google Shape;682;p34"/>
          <p:cNvSpPr/>
          <p:nvPr>
            <p:ph idx="3" type="pic"/>
          </p:nvPr>
        </p:nvSpPr>
        <p:spPr>
          <a:xfrm>
            <a:off x="7477550" y="1673825"/>
            <a:ext cx="1399500" cy="933300"/>
          </a:xfrm>
          <a:prstGeom prst="rect">
            <a:avLst/>
          </a:prstGeom>
        </p:spPr>
      </p:sp>
      <p:sp>
        <p:nvSpPr>
          <p:cNvPr id="683" name="Google Shape;683;p34"/>
          <p:cNvSpPr/>
          <p:nvPr>
            <p:ph idx="4" type="pic"/>
          </p:nvPr>
        </p:nvSpPr>
        <p:spPr>
          <a:xfrm>
            <a:off x="7477550" y="2683325"/>
            <a:ext cx="1399500" cy="933300"/>
          </a:xfrm>
          <a:prstGeom prst="rect">
            <a:avLst/>
          </a:prstGeom>
        </p:spPr>
      </p:sp>
      <p:sp>
        <p:nvSpPr>
          <p:cNvPr id="684" name="Google Shape;684;p34"/>
          <p:cNvSpPr/>
          <p:nvPr>
            <p:ph idx="5" type="pic"/>
          </p:nvPr>
        </p:nvSpPr>
        <p:spPr>
          <a:xfrm>
            <a:off x="7477550" y="3692825"/>
            <a:ext cx="1399500" cy="933300"/>
          </a:xfrm>
          <a:prstGeom prst="rect">
            <a:avLst/>
          </a:prstGeom>
        </p:spPr>
      </p:sp>
      <p:sp>
        <p:nvSpPr>
          <p:cNvPr id="685" name="Google Shape;685;p34"/>
          <p:cNvSpPr/>
          <p:nvPr>
            <p:ph idx="6" type="pic"/>
          </p:nvPr>
        </p:nvSpPr>
        <p:spPr>
          <a:xfrm>
            <a:off x="6001850" y="664325"/>
            <a:ext cx="1399500" cy="933300"/>
          </a:xfrm>
          <a:prstGeom prst="rect">
            <a:avLst/>
          </a:prstGeom>
        </p:spPr>
      </p:sp>
      <p:sp>
        <p:nvSpPr>
          <p:cNvPr id="686" name="Google Shape;686;p34"/>
          <p:cNvSpPr/>
          <p:nvPr>
            <p:ph idx="7" type="pic"/>
          </p:nvPr>
        </p:nvSpPr>
        <p:spPr>
          <a:xfrm>
            <a:off x="6001850" y="1673825"/>
            <a:ext cx="1399500" cy="933300"/>
          </a:xfrm>
          <a:prstGeom prst="rect">
            <a:avLst/>
          </a:prstGeom>
        </p:spPr>
      </p:sp>
      <p:sp>
        <p:nvSpPr>
          <p:cNvPr id="687" name="Google Shape;687;p34"/>
          <p:cNvSpPr/>
          <p:nvPr>
            <p:ph idx="8" type="pic"/>
          </p:nvPr>
        </p:nvSpPr>
        <p:spPr>
          <a:xfrm>
            <a:off x="6001850" y="2683325"/>
            <a:ext cx="1399500" cy="933300"/>
          </a:xfrm>
          <a:prstGeom prst="rect">
            <a:avLst/>
          </a:prstGeom>
        </p:spPr>
      </p:sp>
      <p:sp>
        <p:nvSpPr>
          <p:cNvPr id="688" name="Google Shape;688;p34"/>
          <p:cNvSpPr/>
          <p:nvPr>
            <p:ph idx="9" type="pic"/>
          </p:nvPr>
        </p:nvSpPr>
        <p:spPr>
          <a:xfrm>
            <a:off x="6001850" y="3692825"/>
            <a:ext cx="1399500" cy="933300"/>
          </a:xfrm>
          <a:prstGeom prst="rect">
            <a:avLst/>
          </a:prstGeom>
        </p:spPr>
      </p:sp>
      <p:pic>
        <p:nvPicPr>
          <p:cNvPr id="689" name="Google Shape;689;p34"/>
          <p:cNvPicPr preferRelativeResize="0"/>
          <p:nvPr>
            <p:ph idx="13" type="pic"/>
          </p:nvPr>
        </p:nvPicPr>
        <p:blipFill rotWithShape="1">
          <a:blip r:embed="rId4">
            <a:alphaModFix/>
          </a:blip>
          <a:srcRect b="10" l="0" r="0" t="10"/>
          <a:stretch/>
        </p:blipFill>
        <p:spPr>
          <a:xfrm>
            <a:off x="4526150" y="664325"/>
            <a:ext cx="1399501" cy="933299"/>
          </a:xfrm>
          <a:prstGeom prst="rect">
            <a:avLst/>
          </a:prstGeom>
        </p:spPr>
      </p:pic>
      <p:sp>
        <p:nvSpPr>
          <p:cNvPr id="690" name="Google Shape;690;p34"/>
          <p:cNvSpPr/>
          <p:nvPr>
            <p:ph idx="14" type="pic"/>
          </p:nvPr>
        </p:nvSpPr>
        <p:spPr>
          <a:xfrm>
            <a:off x="4526150" y="1673825"/>
            <a:ext cx="1399500" cy="933300"/>
          </a:xfrm>
          <a:prstGeom prst="rect">
            <a:avLst/>
          </a:prstGeom>
        </p:spPr>
      </p:sp>
      <p:sp>
        <p:nvSpPr>
          <p:cNvPr id="691" name="Google Shape;691;p34"/>
          <p:cNvSpPr/>
          <p:nvPr>
            <p:ph idx="15" type="pic"/>
          </p:nvPr>
        </p:nvSpPr>
        <p:spPr>
          <a:xfrm>
            <a:off x="4526150" y="2683325"/>
            <a:ext cx="1399500" cy="933300"/>
          </a:xfrm>
          <a:prstGeom prst="rect">
            <a:avLst/>
          </a:prstGeom>
        </p:spPr>
      </p:sp>
      <p:sp>
        <p:nvSpPr>
          <p:cNvPr id="692" name="Google Shape;692;p34"/>
          <p:cNvSpPr/>
          <p:nvPr>
            <p:ph idx="16" type="pic"/>
          </p:nvPr>
        </p:nvSpPr>
        <p:spPr>
          <a:xfrm>
            <a:off x="4526150" y="3692825"/>
            <a:ext cx="1399500" cy="933300"/>
          </a:xfrm>
          <a:prstGeom prst="rect">
            <a:avLst/>
          </a:prstGeom>
        </p:spPr>
      </p:sp>
      <p:pic>
        <p:nvPicPr>
          <p:cNvPr id="693" name="Google Shape;693;p34"/>
          <p:cNvPicPr preferRelativeResize="0"/>
          <p:nvPr>
            <p:ph idx="17" type="pic"/>
          </p:nvPr>
        </p:nvPicPr>
        <p:blipFill rotWithShape="1">
          <a:blip r:embed="rId5">
            <a:alphaModFix/>
          </a:blip>
          <a:srcRect b="10" l="0" r="0" t="10"/>
          <a:stretch/>
        </p:blipFill>
        <p:spPr>
          <a:xfrm>
            <a:off x="3048000" y="664325"/>
            <a:ext cx="1399501" cy="933299"/>
          </a:xfrm>
          <a:prstGeom prst="rect">
            <a:avLst/>
          </a:prstGeom>
        </p:spPr>
      </p:pic>
      <p:sp>
        <p:nvSpPr>
          <p:cNvPr id="694" name="Google Shape;694;p34"/>
          <p:cNvSpPr/>
          <p:nvPr>
            <p:ph idx="18" type="pic"/>
          </p:nvPr>
        </p:nvSpPr>
        <p:spPr>
          <a:xfrm>
            <a:off x="3048000" y="1673825"/>
            <a:ext cx="1399500" cy="933300"/>
          </a:xfrm>
          <a:prstGeom prst="rect">
            <a:avLst/>
          </a:prstGeom>
        </p:spPr>
      </p:sp>
      <p:sp>
        <p:nvSpPr>
          <p:cNvPr id="695" name="Google Shape;695;p34"/>
          <p:cNvSpPr/>
          <p:nvPr>
            <p:ph idx="19" type="pic"/>
          </p:nvPr>
        </p:nvSpPr>
        <p:spPr>
          <a:xfrm>
            <a:off x="3048000" y="2683325"/>
            <a:ext cx="1399500" cy="933300"/>
          </a:xfrm>
          <a:prstGeom prst="rect">
            <a:avLst/>
          </a:prstGeom>
        </p:spPr>
      </p:sp>
      <p:sp>
        <p:nvSpPr>
          <p:cNvPr id="696" name="Google Shape;696;p34"/>
          <p:cNvSpPr/>
          <p:nvPr>
            <p:ph idx="20" type="pic"/>
          </p:nvPr>
        </p:nvSpPr>
        <p:spPr>
          <a:xfrm>
            <a:off x="3048000" y="3692825"/>
            <a:ext cx="1399500" cy="933300"/>
          </a:xfrm>
          <a:prstGeom prst="rect">
            <a:avLst/>
          </a:prstGeom>
        </p:spPr>
      </p:sp>
      <p:sp>
        <p:nvSpPr>
          <p:cNvPr id="697" name="Google Shape;697;p34"/>
          <p:cNvSpPr/>
          <p:nvPr>
            <p:ph idx="22" type="pic"/>
          </p:nvPr>
        </p:nvSpPr>
        <p:spPr>
          <a:xfrm>
            <a:off x="1574750" y="1673825"/>
            <a:ext cx="1399500" cy="933300"/>
          </a:xfrm>
          <a:prstGeom prst="rect">
            <a:avLst/>
          </a:prstGeom>
        </p:spPr>
      </p:sp>
      <p:sp>
        <p:nvSpPr>
          <p:cNvPr id="698" name="Google Shape;698;p34"/>
          <p:cNvSpPr/>
          <p:nvPr>
            <p:ph idx="23" type="pic"/>
          </p:nvPr>
        </p:nvSpPr>
        <p:spPr>
          <a:xfrm>
            <a:off x="1574750" y="2683325"/>
            <a:ext cx="1399500" cy="933300"/>
          </a:xfrm>
          <a:prstGeom prst="rect">
            <a:avLst/>
          </a:prstGeom>
        </p:spPr>
      </p:sp>
      <p:sp>
        <p:nvSpPr>
          <p:cNvPr id="699" name="Google Shape;699;p34"/>
          <p:cNvSpPr/>
          <p:nvPr>
            <p:ph idx="24" type="pic"/>
          </p:nvPr>
        </p:nvSpPr>
        <p:spPr>
          <a:xfrm>
            <a:off x="1574750" y="3692825"/>
            <a:ext cx="1399500" cy="933300"/>
          </a:xfrm>
          <a:prstGeom prst="rect">
            <a:avLst/>
          </a:prstGeom>
        </p:spPr>
      </p:sp>
      <p:pic>
        <p:nvPicPr>
          <p:cNvPr id="700" name="Google Shape;700;p34"/>
          <p:cNvPicPr preferRelativeResize="0"/>
          <p:nvPr>
            <p:ph idx="21" type="pic"/>
          </p:nvPr>
        </p:nvPicPr>
        <p:blipFill rotWithShape="1">
          <a:blip r:embed="rId6">
            <a:alphaModFix/>
          </a:blip>
          <a:srcRect b="10" l="0" r="0" t="10"/>
          <a:stretch/>
        </p:blipFill>
        <p:spPr>
          <a:xfrm>
            <a:off x="1574750" y="664325"/>
            <a:ext cx="1399501" cy="93329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35"/>
          <p:cNvSpPr txBox="1"/>
          <p:nvPr>
            <p:ph idx="1" type="body"/>
          </p:nvPr>
        </p:nvSpPr>
        <p:spPr>
          <a:xfrm>
            <a:off x="3733800" y="1218425"/>
            <a:ext cx="2826900" cy="311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Consolas"/>
                <a:ea typeface="Consolas"/>
                <a:cs typeface="Consolas"/>
                <a:sym typeface="Consolas"/>
              </a:rPr>
              <a:t>CATEGORIES</a:t>
            </a:r>
            <a:endParaRPr b="1" sz="1000">
              <a:latin typeface="Consolas"/>
              <a:ea typeface="Consolas"/>
              <a:cs typeface="Consolas"/>
              <a:sym typeface="Consolas"/>
            </a:endParaRPr>
          </a:p>
          <a:p>
            <a:pPr indent="-285750" lvl="0" marL="457200" rtl="0" algn="l">
              <a:spcBef>
                <a:spcPts val="500"/>
              </a:spcBef>
              <a:spcAft>
                <a:spcPts val="0"/>
              </a:spcAft>
              <a:buSzPts val="900"/>
              <a:buAutoNum type="arabicPeriod"/>
            </a:pPr>
            <a:r>
              <a:rPr lang="en"/>
              <a:t>Plates </a:t>
            </a:r>
            <a:endParaRPr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AutoNum type="arabicPeriod"/>
            </a:pPr>
            <a:r>
              <a:rPr lang="en"/>
              <a:t>Clamshell Box </a:t>
            </a:r>
            <a:endParaRPr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AutoNum type="arabicPeriod"/>
            </a:pPr>
            <a:r>
              <a:rPr lang="en"/>
              <a:t>Trays</a:t>
            </a:r>
            <a:endParaRPr b="1"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06" name="Google Shape;706;p35"/>
          <p:cNvSpPr txBox="1"/>
          <p:nvPr>
            <p:ph type="title"/>
          </p:nvPr>
        </p:nvSpPr>
        <p:spPr>
          <a:xfrm>
            <a:off x="906306" y="1472175"/>
            <a:ext cx="1842000" cy="4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Silver</a:t>
            </a:r>
            <a:endParaRPr/>
          </a:p>
        </p:txBody>
      </p:sp>
      <p:sp>
        <p:nvSpPr>
          <p:cNvPr id="707" name="Google Shape;707;p35">
            <a:hlinkClick action="ppaction://hlinksldjump" r:id="rId3"/>
          </p:cNvPr>
          <p:cNvSpPr/>
          <p:nvPr/>
        </p:nvSpPr>
        <p:spPr>
          <a:xfrm>
            <a:off x="985075" y="4171625"/>
            <a:ext cx="996000" cy="454500"/>
          </a:xfrm>
          <a:prstGeom prst="roundRect">
            <a:avLst>
              <a:gd fmla="val 16667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&lt;&lt;&lt; TABLE OF</a:t>
            </a:r>
            <a:endParaRPr b="1" sz="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CONTENTS</a:t>
            </a:r>
            <a:endParaRPr b="1" sz="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08" name="Google Shape;708;p35"/>
          <p:cNvSpPr/>
          <p:nvPr/>
        </p:nvSpPr>
        <p:spPr>
          <a:xfrm>
            <a:off x="0" y="0"/>
            <a:ext cx="9144000" cy="2826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  G R A Y </a:t>
            </a:r>
            <a:endParaRPr b="1" sz="700">
              <a:solidFill>
                <a:srgbClr val="FFFFFF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709" name="Google Shape;709;p35"/>
          <p:cNvSpPr/>
          <p:nvPr/>
        </p:nvSpPr>
        <p:spPr>
          <a:xfrm>
            <a:off x="592493" y="1593521"/>
            <a:ext cx="242400" cy="242400"/>
          </a:xfrm>
          <a:prstGeom prst="ellipse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36"/>
          <p:cNvSpPr txBox="1"/>
          <p:nvPr>
            <p:ph type="title"/>
          </p:nvPr>
        </p:nvSpPr>
        <p:spPr>
          <a:xfrm>
            <a:off x="205225" y="582850"/>
            <a:ext cx="1159200" cy="20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Gray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—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Plates</a:t>
            </a:r>
            <a:endParaRPr/>
          </a:p>
        </p:txBody>
      </p:sp>
      <p:sp>
        <p:nvSpPr>
          <p:cNvPr id="715" name="Google Shape;715;p36">
            <a:hlinkClick action="ppaction://hlinksldjump" r:id="rId3"/>
          </p:cNvPr>
          <p:cNvSpPr/>
          <p:nvPr/>
        </p:nvSpPr>
        <p:spPr>
          <a:xfrm>
            <a:off x="286825" y="4171625"/>
            <a:ext cx="996000" cy="4545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&lt;&lt;&lt; TABLE OF</a:t>
            </a:r>
            <a:endParaRPr b="1" sz="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CONTENTS</a:t>
            </a:r>
            <a:endParaRPr b="1" sz="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16" name="Google Shape;716;p36"/>
          <p:cNvSpPr/>
          <p:nvPr>
            <p:ph idx="3" type="pic"/>
          </p:nvPr>
        </p:nvSpPr>
        <p:spPr>
          <a:xfrm>
            <a:off x="7477550" y="1673825"/>
            <a:ext cx="1399500" cy="933300"/>
          </a:xfrm>
          <a:prstGeom prst="rect">
            <a:avLst/>
          </a:prstGeom>
        </p:spPr>
      </p:sp>
      <p:sp>
        <p:nvSpPr>
          <p:cNvPr id="717" name="Google Shape;717;p36"/>
          <p:cNvSpPr/>
          <p:nvPr>
            <p:ph idx="4" type="pic"/>
          </p:nvPr>
        </p:nvSpPr>
        <p:spPr>
          <a:xfrm>
            <a:off x="7477550" y="2683325"/>
            <a:ext cx="1399500" cy="933300"/>
          </a:xfrm>
          <a:prstGeom prst="rect">
            <a:avLst/>
          </a:prstGeom>
        </p:spPr>
      </p:sp>
      <p:sp>
        <p:nvSpPr>
          <p:cNvPr id="718" name="Google Shape;718;p36"/>
          <p:cNvSpPr/>
          <p:nvPr>
            <p:ph idx="5" type="pic"/>
          </p:nvPr>
        </p:nvSpPr>
        <p:spPr>
          <a:xfrm>
            <a:off x="7477550" y="3692825"/>
            <a:ext cx="1399500" cy="933300"/>
          </a:xfrm>
          <a:prstGeom prst="rect">
            <a:avLst/>
          </a:prstGeom>
        </p:spPr>
      </p:sp>
      <p:sp>
        <p:nvSpPr>
          <p:cNvPr id="719" name="Google Shape;719;p36"/>
          <p:cNvSpPr/>
          <p:nvPr>
            <p:ph idx="7" type="pic"/>
          </p:nvPr>
        </p:nvSpPr>
        <p:spPr>
          <a:xfrm>
            <a:off x="6001850" y="1673825"/>
            <a:ext cx="1399500" cy="933300"/>
          </a:xfrm>
          <a:prstGeom prst="rect">
            <a:avLst/>
          </a:prstGeom>
        </p:spPr>
      </p:sp>
      <p:sp>
        <p:nvSpPr>
          <p:cNvPr id="720" name="Google Shape;720;p36"/>
          <p:cNvSpPr/>
          <p:nvPr>
            <p:ph idx="8" type="pic"/>
          </p:nvPr>
        </p:nvSpPr>
        <p:spPr>
          <a:xfrm>
            <a:off x="6001850" y="2683325"/>
            <a:ext cx="1399500" cy="933300"/>
          </a:xfrm>
          <a:prstGeom prst="rect">
            <a:avLst/>
          </a:prstGeom>
        </p:spPr>
      </p:sp>
      <p:sp>
        <p:nvSpPr>
          <p:cNvPr id="721" name="Google Shape;721;p36"/>
          <p:cNvSpPr/>
          <p:nvPr>
            <p:ph idx="9" type="pic"/>
          </p:nvPr>
        </p:nvSpPr>
        <p:spPr>
          <a:xfrm>
            <a:off x="6001850" y="3692825"/>
            <a:ext cx="1399500" cy="933300"/>
          </a:xfrm>
          <a:prstGeom prst="rect">
            <a:avLst/>
          </a:prstGeom>
        </p:spPr>
      </p:sp>
      <p:sp>
        <p:nvSpPr>
          <p:cNvPr id="722" name="Google Shape;722;p36"/>
          <p:cNvSpPr/>
          <p:nvPr>
            <p:ph idx="14" type="pic"/>
          </p:nvPr>
        </p:nvSpPr>
        <p:spPr>
          <a:xfrm>
            <a:off x="4526150" y="1673825"/>
            <a:ext cx="1399500" cy="933300"/>
          </a:xfrm>
          <a:prstGeom prst="rect">
            <a:avLst/>
          </a:prstGeom>
        </p:spPr>
      </p:sp>
      <p:sp>
        <p:nvSpPr>
          <p:cNvPr id="723" name="Google Shape;723;p36"/>
          <p:cNvSpPr/>
          <p:nvPr>
            <p:ph idx="15" type="pic"/>
          </p:nvPr>
        </p:nvSpPr>
        <p:spPr>
          <a:xfrm>
            <a:off x="4526150" y="2683325"/>
            <a:ext cx="1399500" cy="933300"/>
          </a:xfrm>
          <a:prstGeom prst="rect">
            <a:avLst/>
          </a:prstGeom>
        </p:spPr>
      </p:sp>
      <p:sp>
        <p:nvSpPr>
          <p:cNvPr id="724" name="Google Shape;724;p36"/>
          <p:cNvSpPr/>
          <p:nvPr>
            <p:ph idx="16" type="pic"/>
          </p:nvPr>
        </p:nvSpPr>
        <p:spPr>
          <a:xfrm>
            <a:off x="4526150" y="3692825"/>
            <a:ext cx="1399500" cy="933300"/>
          </a:xfrm>
          <a:prstGeom prst="rect">
            <a:avLst/>
          </a:prstGeom>
        </p:spPr>
      </p:sp>
      <p:sp>
        <p:nvSpPr>
          <p:cNvPr id="725" name="Google Shape;725;p36"/>
          <p:cNvSpPr/>
          <p:nvPr>
            <p:ph idx="18" type="pic"/>
          </p:nvPr>
        </p:nvSpPr>
        <p:spPr>
          <a:xfrm>
            <a:off x="3048000" y="1673825"/>
            <a:ext cx="1399500" cy="933300"/>
          </a:xfrm>
          <a:prstGeom prst="rect">
            <a:avLst/>
          </a:prstGeom>
        </p:spPr>
      </p:sp>
      <p:sp>
        <p:nvSpPr>
          <p:cNvPr id="726" name="Google Shape;726;p36"/>
          <p:cNvSpPr/>
          <p:nvPr>
            <p:ph idx="19" type="pic"/>
          </p:nvPr>
        </p:nvSpPr>
        <p:spPr>
          <a:xfrm>
            <a:off x="3048000" y="2683325"/>
            <a:ext cx="1399500" cy="933300"/>
          </a:xfrm>
          <a:prstGeom prst="rect">
            <a:avLst/>
          </a:prstGeom>
        </p:spPr>
      </p:sp>
      <p:sp>
        <p:nvSpPr>
          <p:cNvPr id="727" name="Google Shape;727;p36"/>
          <p:cNvSpPr/>
          <p:nvPr>
            <p:ph idx="20" type="pic"/>
          </p:nvPr>
        </p:nvSpPr>
        <p:spPr>
          <a:xfrm>
            <a:off x="3048000" y="3692825"/>
            <a:ext cx="1399500" cy="933300"/>
          </a:xfrm>
          <a:prstGeom prst="rect">
            <a:avLst/>
          </a:prstGeom>
        </p:spPr>
      </p:sp>
      <p:sp>
        <p:nvSpPr>
          <p:cNvPr id="728" name="Google Shape;728;p36"/>
          <p:cNvSpPr/>
          <p:nvPr>
            <p:ph idx="22" type="pic"/>
          </p:nvPr>
        </p:nvSpPr>
        <p:spPr>
          <a:xfrm>
            <a:off x="1574750" y="1673825"/>
            <a:ext cx="1399500" cy="933300"/>
          </a:xfrm>
          <a:prstGeom prst="rect">
            <a:avLst/>
          </a:prstGeom>
        </p:spPr>
      </p:sp>
      <p:sp>
        <p:nvSpPr>
          <p:cNvPr id="729" name="Google Shape;729;p36"/>
          <p:cNvSpPr/>
          <p:nvPr>
            <p:ph idx="23" type="pic"/>
          </p:nvPr>
        </p:nvSpPr>
        <p:spPr>
          <a:xfrm>
            <a:off x="1574750" y="2683325"/>
            <a:ext cx="1399500" cy="933300"/>
          </a:xfrm>
          <a:prstGeom prst="rect">
            <a:avLst/>
          </a:prstGeom>
        </p:spPr>
      </p:sp>
      <p:sp>
        <p:nvSpPr>
          <p:cNvPr id="730" name="Google Shape;730;p36"/>
          <p:cNvSpPr/>
          <p:nvPr>
            <p:ph idx="24" type="pic"/>
          </p:nvPr>
        </p:nvSpPr>
        <p:spPr>
          <a:xfrm>
            <a:off x="1574750" y="3692825"/>
            <a:ext cx="1399500" cy="933300"/>
          </a:xfrm>
          <a:prstGeom prst="rect">
            <a:avLst/>
          </a:prstGeom>
        </p:spPr>
      </p:sp>
      <p:sp>
        <p:nvSpPr>
          <p:cNvPr id="731" name="Google Shape;731;p36"/>
          <p:cNvSpPr/>
          <p:nvPr>
            <p:ph idx="2" type="pic"/>
          </p:nvPr>
        </p:nvSpPr>
        <p:spPr>
          <a:xfrm>
            <a:off x="7477550" y="664325"/>
            <a:ext cx="1399500" cy="933300"/>
          </a:xfrm>
          <a:prstGeom prst="rect">
            <a:avLst/>
          </a:prstGeom>
        </p:spPr>
      </p:sp>
      <p:sp>
        <p:nvSpPr>
          <p:cNvPr id="732" name="Google Shape;732;p36"/>
          <p:cNvSpPr/>
          <p:nvPr>
            <p:ph idx="6" type="pic"/>
          </p:nvPr>
        </p:nvSpPr>
        <p:spPr>
          <a:xfrm>
            <a:off x="6001850" y="664325"/>
            <a:ext cx="1399500" cy="933300"/>
          </a:xfrm>
          <a:prstGeom prst="rect">
            <a:avLst/>
          </a:prstGeom>
        </p:spPr>
      </p:sp>
      <p:sp>
        <p:nvSpPr>
          <p:cNvPr id="733" name="Google Shape;733;p36"/>
          <p:cNvSpPr/>
          <p:nvPr>
            <p:ph idx="13" type="pic"/>
          </p:nvPr>
        </p:nvSpPr>
        <p:spPr>
          <a:xfrm>
            <a:off x="4526150" y="664325"/>
            <a:ext cx="1399500" cy="933300"/>
          </a:xfrm>
          <a:prstGeom prst="rect">
            <a:avLst/>
          </a:prstGeom>
        </p:spPr>
      </p:sp>
      <p:pic>
        <p:nvPicPr>
          <p:cNvPr id="734" name="Google Shape;734;p36"/>
          <p:cNvPicPr preferRelativeResize="0"/>
          <p:nvPr>
            <p:ph idx="17" type="pic"/>
          </p:nvPr>
        </p:nvPicPr>
        <p:blipFill rotWithShape="1">
          <a:blip r:embed="rId4">
            <a:alphaModFix/>
          </a:blip>
          <a:srcRect b="10" l="0" r="0" t="10"/>
          <a:stretch/>
        </p:blipFill>
        <p:spPr>
          <a:xfrm>
            <a:off x="3048000" y="664325"/>
            <a:ext cx="1399501" cy="933299"/>
          </a:xfrm>
          <a:prstGeom prst="rect">
            <a:avLst/>
          </a:prstGeom>
        </p:spPr>
      </p:pic>
      <p:pic>
        <p:nvPicPr>
          <p:cNvPr id="735" name="Google Shape;735;p36"/>
          <p:cNvPicPr preferRelativeResize="0"/>
          <p:nvPr>
            <p:ph idx="21" type="pic"/>
          </p:nvPr>
        </p:nvPicPr>
        <p:blipFill rotWithShape="1">
          <a:blip r:embed="rId5">
            <a:alphaModFix/>
          </a:blip>
          <a:srcRect b="10" l="0" r="0" t="10"/>
          <a:stretch/>
        </p:blipFill>
        <p:spPr>
          <a:xfrm>
            <a:off x="1574750" y="664325"/>
            <a:ext cx="1399501" cy="93329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37"/>
          <p:cNvSpPr txBox="1"/>
          <p:nvPr>
            <p:ph type="title"/>
          </p:nvPr>
        </p:nvSpPr>
        <p:spPr>
          <a:xfrm>
            <a:off x="205225" y="582850"/>
            <a:ext cx="1159200" cy="20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Gray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—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Clamshell Box</a:t>
            </a:r>
            <a:endParaRPr/>
          </a:p>
        </p:txBody>
      </p:sp>
      <p:sp>
        <p:nvSpPr>
          <p:cNvPr id="741" name="Google Shape;741;p37">
            <a:hlinkClick action="ppaction://hlinksldjump" r:id="rId3"/>
          </p:cNvPr>
          <p:cNvSpPr/>
          <p:nvPr/>
        </p:nvSpPr>
        <p:spPr>
          <a:xfrm>
            <a:off x="286825" y="4171625"/>
            <a:ext cx="996000" cy="4545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&lt;&lt;&lt; TABLE OF</a:t>
            </a:r>
            <a:endParaRPr b="1" sz="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CONTENTS</a:t>
            </a:r>
            <a:endParaRPr b="1" sz="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42" name="Google Shape;742;p37"/>
          <p:cNvSpPr/>
          <p:nvPr>
            <p:ph idx="3" type="pic"/>
          </p:nvPr>
        </p:nvSpPr>
        <p:spPr>
          <a:xfrm>
            <a:off x="7477550" y="1673825"/>
            <a:ext cx="1399500" cy="933300"/>
          </a:xfrm>
          <a:prstGeom prst="rect">
            <a:avLst/>
          </a:prstGeom>
        </p:spPr>
      </p:sp>
      <p:sp>
        <p:nvSpPr>
          <p:cNvPr id="743" name="Google Shape;743;p37"/>
          <p:cNvSpPr/>
          <p:nvPr>
            <p:ph idx="4" type="pic"/>
          </p:nvPr>
        </p:nvSpPr>
        <p:spPr>
          <a:xfrm>
            <a:off x="7477550" y="2683325"/>
            <a:ext cx="1399500" cy="933300"/>
          </a:xfrm>
          <a:prstGeom prst="rect">
            <a:avLst/>
          </a:prstGeom>
        </p:spPr>
      </p:sp>
      <p:sp>
        <p:nvSpPr>
          <p:cNvPr id="744" name="Google Shape;744;p37"/>
          <p:cNvSpPr/>
          <p:nvPr>
            <p:ph idx="5" type="pic"/>
          </p:nvPr>
        </p:nvSpPr>
        <p:spPr>
          <a:xfrm>
            <a:off x="7477550" y="3692825"/>
            <a:ext cx="1399500" cy="933300"/>
          </a:xfrm>
          <a:prstGeom prst="rect">
            <a:avLst/>
          </a:prstGeom>
        </p:spPr>
      </p:sp>
      <p:sp>
        <p:nvSpPr>
          <p:cNvPr id="745" name="Google Shape;745;p37"/>
          <p:cNvSpPr/>
          <p:nvPr>
            <p:ph idx="7" type="pic"/>
          </p:nvPr>
        </p:nvSpPr>
        <p:spPr>
          <a:xfrm>
            <a:off x="6001850" y="1673825"/>
            <a:ext cx="1399500" cy="933300"/>
          </a:xfrm>
          <a:prstGeom prst="rect">
            <a:avLst/>
          </a:prstGeom>
        </p:spPr>
      </p:sp>
      <p:sp>
        <p:nvSpPr>
          <p:cNvPr id="746" name="Google Shape;746;p37"/>
          <p:cNvSpPr/>
          <p:nvPr>
            <p:ph idx="8" type="pic"/>
          </p:nvPr>
        </p:nvSpPr>
        <p:spPr>
          <a:xfrm>
            <a:off x="6001850" y="2683325"/>
            <a:ext cx="1399500" cy="933300"/>
          </a:xfrm>
          <a:prstGeom prst="rect">
            <a:avLst/>
          </a:prstGeom>
        </p:spPr>
      </p:sp>
      <p:sp>
        <p:nvSpPr>
          <p:cNvPr id="747" name="Google Shape;747;p37"/>
          <p:cNvSpPr/>
          <p:nvPr>
            <p:ph idx="9" type="pic"/>
          </p:nvPr>
        </p:nvSpPr>
        <p:spPr>
          <a:xfrm>
            <a:off x="6001850" y="3692825"/>
            <a:ext cx="1399500" cy="933300"/>
          </a:xfrm>
          <a:prstGeom prst="rect">
            <a:avLst/>
          </a:prstGeom>
        </p:spPr>
      </p:sp>
      <p:sp>
        <p:nvSpPr>
          <p:cNvPr id="748" name="Google Shape;748;p37"/>
          <p:cNvSpPr/>
          <p:nvPr>
            <p:ph idx="14" type="pic"/>
          </p:nvPr>
        </p:nvSpPr>
        <p:spPr>
          <a:xfrm>
            <a:off x="4526150" y="1673825"/>
            <a:ext cx="1399500" cy="933300"/>
          </a:xfrm>
          <a:prstGeom prst="rect">
            <a:avLst/>
          </a:prstGeom>
        </p:spPr>
      </p:sp>
      <p:sp>
        <p:nvSpPr>
          <p:cNvPr id="749" name="Google Shape;749;p37"/>
          <p:cNvSpPr/>
          <p:nvPr>
            <p:ph idx="15" type="pic"/>
          </p:nvPr>
        </p:nvSpPr>
        <p:spPr>
          <a:xfrm>
            <a:off x="4526150" y="2683325"/>
            <a:ext cx="1399500" cy="933300"/>
          </a:xfrm>
          <a:prstGeom prst="rect">
            <a:avLst/>
          </a:prstGeom>
        </p:spPr>
      </p:sp>
      <p:sp>
        <p:nvSpPr>
          <p:cNvPr id="750" name="Google Shape;750;p37"/>
          <p:cNvSpPr/>
          <p:nvPr>
            <p:ph idx="16" type="pic"/>
          </p:nvPr>
        </p:nvSpPr>
        <p:spPr>
          <a:xfrm>
            <a:off x="4526150" y="3692825"/>
            <a:ext cx="1399500" cy="933300"/>
          </a:xfrm>
          <a:prstGeom prst="rect">
            <a:avLst/>
          </a:prstGeom>
        </p:spPr>
      </p:sp>
      <p:sp>
        <p:nvSpPr>
          <p:cNvPr id="751" name="Google Shape;751;p37"/>
          <p:cNvSpPr/>
          <p:nvPr>
            <p:ph idx="18" type="pic"/>
          </p:nvPr>
        </p:nvSpPr>
        <p:spPr>
          <a:xfrm>
            <a:off x="3048000" y="1673825"/>
            <a:ext cx="1399500" cy="933300"/>
          </a:xfrm>
          <a:prstGeom prst="rect">
            <a:avLst/>
          </a:prstGeom>
        </p:spPr>
      </p:sp>
      <p:sp>
        <p:nvSpPr>
          <p:cNvPr id="752" name="Google Shape;752;p37"/>
          <p:cNvSpPr/>
          <p:nvPr>
            <p:ph idx="19" type="pic"/>
          </p:nvPr>
        </p:nvSpPr>
        <p:spPr>
          <a:xfrm>
            <a:off x="3048000" y="2683325"/>
            <a:ext cx="1399500" cy="933300"/>
          </a:xfrm>
          <a:prstGeom prst="rect">
            <a:avLst/>
          </a:prstGeom>
        </p:spPr>
      </p:sp>
      <p:sp>
        <p:nvSpPr>
          <p:cNvPr id="753" name="Google Shape;753;p37"/>
          <p:cNvSpPr/>
          <p:nvPr>
            <p:ph idx="20" type="pic"/>
          </p:nvPr>
        </p:nvSpPr>
        <p:spPr>
          <a:xfrm>
            <a:off x="3048000" y="3692825"/>
            <a:ext cx="1399500" cy="933300"/>
          </a:xfrm>
          <a:prstGeom prst="rect">
            <a:avLst/>
          </a:prstGeom>
        </p:spPr>
      </p:sp>
      <p:sp>
        <p:nvSpPr>
          <p:cNvPr id="754" name="Google Shape;754;p37"/>
          <p:cNvSpPr/>
          <p:nvPr>
            <p:ph idx="22" type="pic"/>
          </p:nvPr>
        </p:nvSpPr>
        <p:spPr>
          <a:xfrm>
            <a:off x="1574750" y="1673825"/>
            <a:ext cx="1399500" cy="933300"/>
          </a:xfrm>
          <a:prstGeom prst="rect">
            <a:avLst/>
          </a:prstGeom>
        </p:spPr>
      </p:sp>
      <p:sp>
        <p:nvSpPr>
          <p:cNvPr id="755" name="Google Shape;755;p37"/>
          <p:cNvSpPr/>
          <p:nvPr>
            <p:ph idx="23" type="pic"/>
          </p:nvPr>
        </p:nvSpPr>
        <p:spPr>
          <a:xfrm>
            <a:off x="1574750" y="2683325"/>
            <a:ext cx="1399500" cy="933300"/>
          </a:xfrm>
          <a:prstGeom prst="rect">
            <a:avLst/>
          </a:prstGeom>
        </p:spPr>
      </p:sp>
      <p:sp>
        <p:nvSpPr>
          <p:cNvPr id="756" name="Google Shape;756;p37"/>
          <p:cNvSpPr/>
          <p:nvPr>
            <p:ph idx="24" type="pic"/>
          </p:nvPr>
        </p:nvSpPr>
        <p:spPr>
          <a:xfrm>
            <a:off x="1574750" y="3692825"/>
            <a:ext cx="1399500" cy="933300"/>
          </a:xfrm>
          <a:prstGeom prst="rect">
            <a:avLst/>
          </a:prstGeom>
        </p:spPr>
      </p:sp>
      <p:sp>
        <p:nvSpPr>
          <p:cNvPr id="757" name="Google Shape;757;p37"/>
          <p:cNvSpPr/>
          <p:nvPr>
            <p:ph idx="2" type="pic"/>
          </p:nvPr>
        </p:nvSpPr>
        <p:spPr>
          <a:xfrm>
            <a:off x="7477550" y="664325"/>
            <a:ext cx="1399500" cy="933300"/>
          </a:xfrm>
          <a:prstGeom prst="rect">
            <a:avLst/>
          </a:prstGeom>
        </p:spPr>
      </p:sp>
      <p:sp>
        <p:nvSpPr>
          <p:cNvPr id="758" name="Google Shape;758;p37"/>
          <p:cNvSpPr/>
          <p:nvPr>
            <p:ph idx="6" type="pic"/>
          </p:nvPr>
        </p:nvSpPr>
        <p:spPr>
          <a:xfrm>
            <a:off x="6001850" y="664325"/>
            <a:ext cx="1399500" cy="933300"/>
          </a:xfrm>
          <a:prstGeom prst="rect">
            <a:avLst/>
          </a:prstGeom>
        </p:spPr>
      </p:sp>
      <p:sp>
        <p:nvSpPr>
          <p:cNvPr id="759" name="Google Shape;759;p37"/>
          <p:cNvSpPr/>
          <p:nvPr>
            <p:ph idx="13" type="pic"/>
          </p:nvPr>
        </p:nvSpPr>
        <p:spPr>
          <a:xfrm>
            <a:off x="4526150" y="664325"/>
            <a:ext cx="1399500" cy="933300"/>
          </a:xfrm>
          <a:prstGeom prst="rect">
            <a:avLst/>
          </a:prstGeom>
        </p:spPr>
      </p:sp>
      <p:sp>
        <p:nvSpPr>
          <p:cNvPr id="760" name="Google Shape;760;p37"/>
          <p:cNvSpPr/>
          <p:nvPr>
            <p:ph idx="17" type="pic"/>
          </p:nvPr>
        </p:nvSpPr>
        <p:spPr>
          <a:xfrm>
            <a:off x="3048000" y="664325"/>
            <a:ext cx="1399500" cy="933300"/>
          </a:xfrm>
          <a:prstGeom prst="rect">
            <a:avLst/>
          </a:prstGeom>
        </p:spPr>
      </p:sp>
      <p:pic>
        <p:nvPicPr>
          <p:cNvPr id="761" name="Google Shape;761;p37"/>
          <p:cNvPicPr preferRelativeResize="0"/>
          <p:nvPr>
            <p:ph idx="21" type="pic"/>
          </p:nvPr>
        </p:nvPicPr>
        <p:blipFill rotWithShape="1">
          <a:blip r:embed="rId4">
            <a:alphaModFix/>
          </a:blip>
          <a:srcRect b="10" l="0" r="0" t="10"/>
          <a:stretch/>
        </p:blipFill>
        <p:spPr>
          <a:xfrm>
            <a:off x="1574750" y="664325"/>
            <a:ext cx="1399501" cy="933299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38"/>
          <p:cNvSpPr txBox="1"/>
          <p:nvPr>
            <p:ph type="title"/>
          </p:nvPr>
        </p:nvSpPr>
        <p:spPr>
          <a:xfrm>
            <a:off x="205225" y="582850"/>
            <a:ext cx="1159200" cy="20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Gray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—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Trays</a:t>
            </a:r>
            <a:endParaRPr/>
          </a:p>
        </p:txBody>
      </p:sp>
      <p:sp>
        <p:nvSpPr>
          <p:cNvPr id="767" name="Google Shape;767;p38">
            <a:hlinkClick action="ppaction://hlinksldjump" r:id="rId3"/>
          </p:cNvPr>
          <p:cNvSpPr/>
          <p:nvPr/>
        </p:nvSpPr>
        <p:spPr>
          <a:xfrm>
            <a:off x="286825" y="4171625"/>
            <a:ext cx="996000" cy="4545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&lt;&lt;&lt; TABLE OF</a:t>
            </a:r>
            <a:endParaRPr b="1" sz="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CONTENTS</a:t>
            </a:r>
            <a:endParaRPr b="1" sz="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68" name="Google Shape;768;p38"/>
          <p:cNvSpPr/>
          <p:nvPr>
            <p:ph idx="3" type="pic"/>
          </p:nvPr>
        </p:nvSpPr>
        <p:spPr>
          <a:xfrm>
            <a:off x="7477550" y="1673825"/>
            <a:ext cx="1399500" cy="933300"/>
          </a:xfrm>
          <a:prstGeom prst="rect">
            <a:avLst/>
          </a:prstGeom>
        </p:spPr>
      </p:sp>
      <p:sp>
        <p:nvSpPr>
          <p:cNvPr id="769" name="Google Shape;769;p38"/>
          <p:cNvSpPr/>
          <p:nvPr>
            <p:ph idx="4" type="pic"/>
          </p:nvPr>
        </p:nvSpPr>
        <p:spPr>
          <a:xfrm>
            <a:off x="7477550" y="2683325"/>
            <a:ext cx="1399500" cy="933300"/>
          </a:xfrm>
          <a:prstGeom prst="rect">
            <a:avLst/>
          </a:prstGeom>
        </p:spPr>
      </p:sp>
      <p:sp>
        <p:nvSpPr>
          <p:cNvPr id="770" name="Google Shape;770;p38"/>
          <p:cNvSpPr/>
          <p:nvPr>
            <p:ph idx="5" type="pic"/>
          </p:nvPr>
        </p:nvSpPr>
        <p:spPr>
          <a:xfrm>
            <a:off x="7477550" y="3692825"/>
            <a:ext cx="1399500" cy="933300"/>
          </a:xfrm>
          <a:prstGeom prst="rect">
            <a:avLst/>
          </a:prstGeom>
        </p:spPr>
      </p:sp>
      <p:sp>
        <p:nvSpPr>
          <p:cNvPr id="771" name="Google Shape;771;p38"/>
          <p:cNvSpPr/>
          <p:nvPr>
            <p:ph idx="7" type="pic"/>
          </p:nvPr>
        </p:nvSpPr>
        <p:spPr>
          <a:xfrm>
            <a:off x="6001850" y="1673825"/>
            <a:ext cx="1399500" cy="933300"/>
          </a:xfrm>
          <a:prstGeom prst="rect">
            <a:avLst/>
          </a:prstGeom>
        </p:spPr>
      </p:sp>
      <p:sp>
        <p:nvSpPr>
          <p:cNvPr id="772" name="Google Shape;772;p38"/>
          <p:cNvSpPr/>
          <p:nvPr>
            <p:ph idx="8" type="pic"/>
          </p:nvPr>
        </p:nvSpPr>
        <p:spPr>
          <a:xfrm>
            <a:off x="6001850" y="2683325"/>
            <a:ext cx="1399500" cy="933300"/>
          </a:xfrm>
          <a:prstGeom prst="rect">
            <a:avLst/>
          </a:prstGeom>
        </p:spPr>
      </p:sp>
      <p:sp>
        <p:nvSpPr>
          <p:cNvPr id="773" name="Google Shape;773;p38"/>
          <p:cNvSpPr/>
          <p:nvPr>
            <p:ph idx="9" type="pic"/>
          </p:nvPr>
        </p:nvSpPr>
        <p:spPr>
          <a:xfrm>
            <a:off x="6001850" y="3692825"/>
            <a:ext cx="1399500" cy="933300"/>
          </a:xfrm>
          <a:prstGeom prst="rect">
            <a:avLst/>
          </a:prstGeom>
        </p:spPr>
      </p:sp>
      <p:sp>
        <p:nvSpPr>
          <p:cNvPr id="774" name="Google Shape;774;p38"/>
          <p:cNvSpPr/>
          <p:nvPr>
            <p:ph idx="14" type="pic"/>
          </p:nvPr>
        </p:nvSpPr>
        <p:spPr>
          <a:xfrm>
            <a:off x="4526150" y="1673825"/>
            <a:ext cx="1399500" cy="933300"/>
          </a:xfrm>
          <a:prstGeom prst="rect">
            <a:avLst/>
          </a:prstGeom>
        </p:spPr>
      </p:sp>
      <p:sp>
        <p:nvSpPr>
          <p:cNvPr id="775" name="Google Shape;775;p38"/>
          <p:cNvSpPr/>
          <p:nvPr>
            <p:ph idx="15" type="pic"/>
          </p:nvPr>
        </p:nvSpPr>
        <p:spPr>
          <a:xfrm>
            <a:off x="4526150" y="2683325"/>
            <a:ext cx="1399500" cy="933300"/>
          </a:xfrm>
          <a:prstGeom prst="rect">
            <a:avLst/>
          </a:prstGeom>
        </p:spPr>
      </p:sp>
      <p:sp>
        <p:nvSpPr>
          <p:cNvPr id="776" name="Google Shape;776;p38"/>
          <p:cNvSpPr/>
          <p:nvPr>
            <p:ph idx="16" type="pic"/>
          </p:nvPr>
        </p:nvSpPr>
        <p:spPr>
          <a:xfrm>
            <a:off x="4526150" y="3692825"/>
            <a:ext cx="1399500" cy="933300"/>
          </a:xfrm>
          <a:prstGeom prst="rect">
            <a:avLst/>
          </a:prstGeom>
        </p:spPr>
      </p:sp>
      <p:sp>
        <p:nvSpPr>
          <p:cNvPr id="777" name="Google Shape;777;p38"/>
          <p:cNvSpPr/>
          <p:nvPr>
            <p:ph idx="18" type="pic"/>
          </p:nvPr>
        </p:nvSpPr>
        <p:spPr>
          <a:xfrm>
            <a:off x="3048000" y="1673825"/>
            <a:ext cx="1399500" cy="933300"/>
          </a:xfrm>
          <a:prstGeom prst="rect">
            <a:avLst/>
          </a:prstGeom>
        </p:spPr>
      </p:sp>
      <p:sp>
        <p:nvSpPr>
          <p:cNvPr id="778" name="Google Shape;778;p38"/>
          <p:cNvSpPr/>
          <p:nvPr>
            <p:ph idx="19" type="pic"/>
          </p:nvPr>
        </p:nvSpPr>
        <p:spPr>
          <a:xfrm>
            <a:off x="3048000" y="2683325"/>
            <a:ext cx="1399500" cy="933300"/>
          </a:xfrm>
          <a:prstGeom prst="rect">
            <a:avLst/>
          </a:prstGeom>
        </p:spPr>
      </p:sp>
      <p:sp>
        <p:nvSpPr>
          <p:cNvPr id="779" name="Google Shape;779;p38"/>
          <p:cNvSpPr/>
          <p:nvPr>
            <p:ph idx="20" type="pic"/>
          </p:nvPr>
        </p:nvSpPr>
        <p:spPr>
          <a:xfrm>
            <a:off x="3048000" y="3692825"/>
            <a:ext cx="1399500" cy="933300"/>
          </a:xfrm>
          <a:prstGeom prst="rect">
            <a:avLst/>
          </a:prstGeom>
        </p:spPr>
      </p:sp>
      <p:sp>
        <p:nvSpPr>
          <p:cNvPr id="780" name="Google Shape;780;p38"/>
          <p:cNvSpPr/>
          <p:nvPr>
            <p:ph idx="22" type="pic"/>
          </p:nvPr>
        </p:nvSpPr>
        <p:spPr>
          <a:xfrm>
            <a:off x="1574750" y="1673825"/>
            <a:ext cx="1399500" cy="933300"/>
          </a:xfrm>
          <a:prstGeom prst="rect">
            <a:avLst/>
          </a:prstGeom>
        </p:spPr>
      </p:sp>
      <p:sp>
        <p:nvSpPr>
          <p:cNvPr id="781" name="Google Shape;781;p38"/>
          <p:cNvSpPr/>
          <p:nvPr>
            <p:ph idx="23" type="pic"/>
          </p:nvPr>
        </p:nvSpPr>
        <p:spPr>
          <a:xfrm>
            <a:off x="1574750" y="2683325"/>
            <a:ext cx="1399500" cy="933300"/>
          </a:xfrm>
          <a:prstGeom prst="rect">
            <a:avLst/>
          </a:prstGeom>
        </p:spPr>
      </p:sp>
      <p:sp>
        <p:nvSpPr>
          <p:cNvPr id="782" name="Google Shape;782;p38"/>
          <p:cNvSpPr/>
          <p:nvPr>
            <p:ph idx="24" type="pic"/>
          </p:nvPr>
        </p:nvSpPr>
        <p:spPr>
          <a:xfrm>
            <a:off x="1574750" y="3692825"/>
            <a:ext cx="1399500" cy="933300"/>
          </a:xfrm>
          <a:prstGeom prst="rect">
            <a:avLst/>
          </a:prstGeom>
        </p:spPr>
      </p:sp>
      <p:sp>
        <p:nvSpPr>
          <p:cNvPr id="783" name="Google Shape;783;p38"/>
          <p:cNvSpPr/>
          <p:nvPr>
            <p:ph idx="2" type="pic"/>
          </p:nvPr>
        </p:nvSpPr>
        <p:spPr>
          <a:xfrm>
            <a:off x="7477550" y="664325"/>
            <a:ext cx="1399500" cy="933300"/>
          </a:xfrm>
          <a:prstGeom prst="rect">
            <a:avLst/>
          </a:prstGeom>
        </p:spPr>
      </p:sp>
      <p:pic>
        <p:nvPicPr>
          <p:cNvPr id="784" name="Google Shape;784;p38"/>
          <p:cNvPicPr preferRelativeResize="0"/>
          <p:nvPr>
            <p:ph idx="6" type="pic"/>
          </p:nvPr>
        </p:nvPicPr>
        <p:blipFill rotWithShape="1">
          <a:blip r:embed="rId4">
            <a:alphaModFix/>
          </a:blip>
          <a:srcRect b="10" l="0" r="0" t="10"/>
          <a:stretch/>
        </p:blipFill>
        <p:spPr>
          <a:xfrm>
            <a:off x="6001850" y="664325"/>
            <a:ext cx="1399501" cy="933299"/>
          </a:xfrm>
          <a:prstGeom prst="rect">
            <a:avLst/>
          </a:prstGeom>
        </p:spPr>
      </p:pic>
      <p:pic>
        <p:nvPicPr>
          <p:cNvPr id="785" name="Google Shape;785;p38"/>
          <p:cNvPicPr preferRelativeResize="0"/>
          <p:nvPr>
            <p:ph idx="13" type="pic"/>
          </p:nvPr>
        </p:nvPicPr>
        <p:blipFill rotWithShape="1">
          <a:blip r:embed="rId5">
            <a:alphaModFix/>
          </a:blip>
          <a:srcRect b="10" l="0" r="0" t="10"/>
          <a:stretch/>
        </p:blipFill>
        <p:spPr>
          <a:xfrm>
            <a:off x="4526150" y="664325"/>
            <a:ext cx="1399501" cy="933299"/>
          </a:xfrm>
          <a:prstGeom prst="rect">
            <a:avLst/>
          </a:prstGeom>
        </p:spPr>
      </p:pic>
      <p:pic>
        <p:nvPicPr>
          <p:cNvPr id="786" name="Google Shape;786;p38"/>
          <p:cNvPicPr preferRelativeResize="0"/>
          <p:nvPr>
            <p:ph idx="17" type="pic"/>
          </p:nvPr>
        </p:nvPicPr>
        <p:blipFill rotWithShape="1">
          <a:blip r:embed="rId6">
            <a:alphaModFix/>
          </a:blip>
          <a:srcRect b="10" l="0" r="0" t="10"/>
          <a:stretch/>
        </p:blipFill>
        <p:spPr>
          <a:xfrm>
            <a:off x="3048000" y="664325"/>
            <a:ext cx="1399501" cy="933299"/>
          </a:xfrm>
          <a:prstGeom prst="rect">
            <a:avLst/>
          </a:prstGeom>
        </p:spPr>
      </p:pic>
      <p:pic>
        <p:nvPicPr>
          <p:cNvPr id="787" name="Google Shape;787;p38"/>
          <p:cNvPicPr preferRelativeResize="0"/>
          <p:nvPr>
            <p:ph idx="21" type="pic"/>
          </p:nvPr>
        </p:nvPicPr>
        <p:blipFill rotWithShape="1">
          <a:blip r:embed="rId7">
            <a:alphaModFix/>
          </a:blip>
          <a:srcRect b="10" l="0" r="0" t="10"/>
          <a:stretch/>
        </p:blipFill>
        <p:spPr>
          <a:xfrm>
            <a:off x="1574750" y="664325"/>
            <a:ext cx="1399501" cy="9332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hotokitchen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99999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